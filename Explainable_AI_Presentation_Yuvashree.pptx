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ABC2F-6472-4DE3-81DF-A822DBF7DA3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F35BAD-89CB-42B3-BFCC-8A16831414FA}">
      <dgm:prSet/>
      <dgm:spPr/>
      <dgm:t>
        <a:bodyPr/>
        <a:lstStyle/>
        <a:p>
          <a:pPr>
            <a:defRPr cap="all"/>
          </a:pPr>
          <a:r>
            <a:rPr lang="en-US"/>
            <a:t>• LLMs (GPT, Claude, Gemini, LLaMA) influence decisions in banking, healthcare, law.</a:t>
          </a:r>
        </a:p>
      </dgm:t>
    </dgm:pt>
    <dgm:pt modelId="{C93D9944-AF54-4DBD-9FE2-20F85B1ACCA3}" type="parTrans" cxnId="{8E00A24D-4D68-4482-9FC2-0999FD2A523D}">
      <dgm:prSet/>
      <dgm:spPr/>
      <dgm:t>
        <a:bodyPr/>
        <a:lstStyle/>
        <a:p>
          <a:endParaRPr lang="en-US"/>
        </a:p>
      </dgm:t>
    </dgm:pt>
    <dgm:pt modelId="{86BF7E5A-3DDE-4618-8B1C-70DCBD9C7FC0}" type="sibTrans" cxnId="{8E00A24D-4D68-4482-9FC2-0999FD2A523D}">
      <dgm:prSet/>
      <dgm:spPr/>
      <dgm:t>
        <a:bodyPr/>
        <a:lstStyle/>
        <a:p>
          <a:endParaRPr lang="en-US"/>
        </a:p>
      </dgm:t>
    </dgm:pt>
    <dgm:pt modelId="{20FE5CE6-8683-4D2D-8700-A1C4F0B372FB}">
      <dgm:prSet/>
      <dgm:spPr/>
      <dgm:t>
        <a:bodyPr/>
        <a:lstStyle/>
        <a:p>
          <a:pPr>
            <a:defRPr cap="all"/>
          </a:pPr>
          <a:r>
            <a:rPr lang="en-US"/>
            <a:t>• Transparency is required for trust, safety, compliance.</a:t>
          </a:r>
        </a:p>
      </dgm:t>
    </dgm:pt>
    <dgm:pt modelId="{57737F29-78F2-4691-81C1-658F6C556D69}" type="parTrans" cxnId="{9485B286-BC50-4A55-88F6-B57482E25380}">
      <dgm:prSet/>
      <dgm:spPr/>
      <dgm:t>
        <a:bodyPr/>
        <a:lstStyle/>
        <a:p>
          <a:endParaRPr lang="en-US"/>
        </a:p>
      </dgm:t>
    </dgm:pt>
    <dgm:pt modelId="{D470BE9E-80E6-4D92-A49D-BC17D33378EC}" type="sibTrans" cxnId="{9485B286-BC50-4A55-88F6-B57482E25380}">
      <dgm:prSet/>
      <dgm:spPr/>
      <dgm:t>
        <a:bodyPr/>
        <a:lstStyle/>
        <a:p>
          <a:endParaRPr lang="en-US"/>
        </a:p>
      </dgm:t>
    </dgm:pt>
    <dgm:pt modelId="{BD515D32-C1AB-4873-9FDF-E2DE6E1250F7}">
      <dgm:prSet/>
      <dgm:spPr/>
      <dgm:t>
        <a:bodyPr/>
        <a:lstStyle/>
        <a:p>
          <a:pPr>
            <a:defRPr cap="all"/>
          </a:pPr>
          <a:r>
            <a:rPr lang="en-US"/>
            <a:t>• Explainable AI helps humans understand, question, and rely on AI outputs.</a:t>
          </a:r>
        </a:p>
      </dgm:t>
    </dgm:pt>
    <dgm:pt modelId="{817A42C3-57AD-4CDD-B7CA-D3B5AA647C22}" type="parTrans" cxnId="{C9158C61-BFD1-4971-A6CF-059A763678BD}">
      <dgm:prSet/>
      <dgm:spPr/>
      <dgm:t>
        <a:bodyPr/>
        <a:lstStyle/>
        <a:p>
          <a:endParaRPr lang="en-US"/>
        </a:p>
      </dgm:t>
    </dgm:pt>
    <dgm:pt modelId="{4EBD07B7-8A7B-4720-83BF-2BBF5BEF4528}" type="sibTrans" cxnId="{C9158C61-BFD1-4971-A6CF-059A763678BD}">
      <dgm:prSet/>
      <dgm:spPr/>
      <dgm:t>
        <a:bodyPr/>
        <a:lstStyle/>
        <a:p>
          <a:endParaRPr lang="en-US"/>
        </a:p>
      </dgm:t>
    </dgm:pt>
    <dgm:pt modelId="{CB70668F-3DFD-4B0B-B62E-29DD5D6B9135}">
      <dgm:prSet/>
      <dgm:spPr/>
      <dgm:t>
        <a:bodyPr/>
        <a:lstStyle/>
        <a:p>
          <a:pPr>
            <a:defRPr cap="all"/>
          </a:pPr>
          <a:r>
            <a:rPr lang="en-US"/>
            <a:t>• Critical for regulatory industries like finance.</a:t>
          </a:r>
        </a:p>
      </dgm:t>
    </dgm:pt>
    <dgm:pt modelId="{CEC36A89-1653-4B9C-85BE-3F90BBA9B4C1}" type="parTrans" cxnId="{5639059D-BF8D-4C1C-980D-3450C7C4A62E}">
      <dgm:prSet/>
      <dgm:spPr/>
      <dgm:t>
        <a:bodyPr/>
        <a:lstStyle/>
        <a:p>
          <a:endParaRPr lang="en-US"/>
        </a:p>
      </dgm:t>
    </dgm:pt>
    <dgm:pt modelId="{991B9848-BE03-4896-8CC6-C81323192972}" type="sibTrans" cxnId="{5639059D-BF8D-4C1C-980D-3450C7C4A62E}">
      <dgm:prSet/>
      <dgm:spPr/>
      <dgm:t>
        <a:bodyPr/>
        <a:lstStyle/>
        <a:p>
          <a:endParaRPr lang="en-US"/>
        </a:p>
      </dgm:t>
    </dgm:pt>
    <dgm:pt modelId="{012D5F25-6218-470D-8562-5726125706C2}" type="pres">
      <dgm:prSet presAssocID="{DFBABC2F-6472-4DE3-81DF-A822DBF7DA31}" presName="root" presStyleCnt="0">
        <dgm:presLayoutVars>
          <dgm:dir/>
          <dgm:resizeHandles val="exact"/>
        </dgm:presLayoutVars>
      </dgm:prSet>
      <dgm:spPr/>
    </dgm:pt>
    <dgm:pt modelId="{1688AF9C-471D-471C-AFE7-FB9E829EC13E}" type="pres">
      <dgm:prSet presAssocID="{0BF35BAD-89CB-42B3-BFCC-8A16831414FA}" presName="compNode" presStyleCnt="0"/>
      <dgm:spPr/>
    </dgm:pt>
    <dgm:pt modelId="{6EEE9225-B5CC-46AA-AD16-266F4C0A3A10}" type="pres">
      <dgm:prSet presAssocID="{0BF35BAD-89CB-42B3-BFCC-8A16831414FA}" presName="iconBgRect" presStyleLbl="bgShp" presStyleIdx="0" presStyleCnt="4"/>
      <dgm:spPr/>
    </dgm:pt>
    <dgm:pt modelId="{1AEF044C-4544-4111-A2A8-5538873A2B43}" type="pres">
      <dgm:prSet presAssocID="{0BF35BAD-89CB-42B3-BFCC-8A16831414F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61A9796A-FDA6-4255-A0A9-570F4EE69206}" type="pres">
      <dgm:prSet presAssocID="{0BF35BAD-89CB-42B3-BFCC-8A16831414FA}" presName="spaceRect" presStyleCnt="0"/>
      <dgm:spPr/>
    </dgm:pt>
    <dgm:pt modelId="{56DFF047-365D-4935-BE3F-283E5FC7BD37}" type="pres">
      <dgm:prSet presAssocID="{0BF35BAD-89CB-42B3-BFCC-8A16831414FA}" presName="textRect" presStyleLbl="revTx" presStyleIdx="0" presStyleCnt="4">
        <dgm:presLayoutVars>
          <dgm:chMax val="1"/>
          <dgm:chPref val="1"/>
        </dgm:presLayoutVars>
      </dgm:prSet>
      <dgm:spPr/>
    </dgm:pt>
    <dgm:pt modelId="{F3C27E9D-3A0D-4122-AAC7-BFCCC835A8BF}" type="pres">
      <dgm:prSet presAssocID="{86BF7E5A-3DDE-4618-8B1C-70DCBD9C7FC0}" presName="sibTrans" presStyleCnt="0"/>
      <dgm:spPr/>
    </dgm:pt>
    <dgm:pt modelId="{5ACA23AE-C167-4B21-A39D-5014735ABCC4}" type="pres">
      <dgm:prSet presAssocID="{20FE5CE6-8683-4D2D-8700-A1C4F0B372FB}" presName="compNode" presStyleCnt="0"/>
      <dgm:spPr/>
    </dgm:pt>
    <dgm:pt modelId="{5366CBC3-451B-47CF-8950-869C2BFB1F7A}" type="pres">
      <dgm:prSet presAssocID="{20FE5CE6-8683-4D2D-8700-A1C4F0B372FB}" presName="iconBgRect" presStyleLbl="bgShp" presStyleIdx="1" presStyleCnt="4"/>
      <dgm:spPr/>
    </dgm:pt>
    <dgm:pt modelId="{22C7D288-FAB0-43A2-B559-CD1E0B79DBC4}" type="pres">
      <dgm:prSet presAssocID="{20FE5CE6-8683-4D2D-8700-A1C4F0B372F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tecting Hand"/>
        </a:ext>
      </dgm:extLst>
    </dgm:pt>
    <dgm:pt modelId="{B85424F3-39FD-4820-B374-C68A2B442A43}" type="pres">
      <dgm:prSet presAssocID="{20FE5CE6-8683-4D2D-8700-A1C4F0B372FB}" presName="spaceRect" presStyleCnt="0"/>
      <dgm:spPr/>
    </dgm:pt>
    <dgm:pt modelId="{28129287-6561-461B-AFDA-8156D9C82220}" type="pres">
      <dgm:prSet presAssocID="{20FE5CE6-8683-4D2D-8700-A1C4F0B372FB}" presName="textRect" presStyleLbl="revTx" presStyleIdx="1" presStyleCnt="4">
        <dgm:presLayoutVars>
          <dgm:chMax val="1"/>
          <dgm:chPref val="1"/>
        </dgm:presLayoutVars>
      </dgm:prSet>
      <dgm:spPr/>
    </dgm:pt>
    <dgm:pt modelId="{B0CDAEC3-D809-464E-B8D4-9D06FF10B8C6}" type="pres">
      <dgm:prSet presAssocID="{D470BE9E-80E6-4D92-A49D-BC17D33378EC}" presName="sibTrans" presStyleCnt="0"/>
      <dgm:spPr/>
    </dgm:pt>
    <dgm:pt modelId="{3018DE28-521E-4B95-B5EF-D3C880CB8606}" type="pres">
      <dgm:prSet presAssocID="{BD515D32-C1AB-4873-9FDF-E2DE6E1250F7}" presName="compNode" presStyleCnt="0"/>
      <dgm:spPr/>
    </dgm:pt>
    <dgm:pt modelId="{C15C8AFE-4938-4AB7-A250-7B0C85DB7B9F}" type="pres">
      <dgm:prSet presAssocID="{BD515D32-C1AB-4873-9FDF-E2DE6E1250F7}" presName="iconBgRect" presStyleLbl="bgShp" presStyleIdx="2" presStyleCnt="4"/>
      <dgm:spPr/>
    </dgm:pt>
    <dgm:pt modelId="{B63C4991-8693-442C-BAFA-B8E0C8A1121E}" type="pres">
      <dgm:prSet presAssocID="{BD515D32-C1AB-4873-9FDF-E2DE6E1250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4DDF94E5-CA98-4ECE-A583-02AC331EEF61}" type="pres">
      <dgm:prSet presAssocID="{BD515D32-C1AB-4873-9FDF-E2DE6E1250F7}" presName="spaceRect" presStyleCnt="0"/>
      <dgm:spPr/>
    </dgm:pt>
    <dgm:pt modelId="{80ED90F0-F501-4AAF-8062-B4FDE0426573}" type="pres">
      <dgm:prSet presAssocID="{BD515D32-C1AB-4873-9FDF-E2DE6E1250F7}" presName="textRect" presStyleLbl="revTx" presStyleIdx="2" presStyleCnt="4">
        <dgm:presLayoutVars>
          <dgm:chMax val="1"/>
          <dgm:chPref val="1"/>
        </dgm:presLayoutVars>
      </dgm:prSet>
      <dgm:spPr/>
    </dgm:pt>
    <dgm:pt modelId="{51F1C9A7-9779-40CF-BCA0-A4BD719D81E6}" type="pres">
      <dgm:prSet presAssocID="{4EBD07B7-8A7B-4720-83BF-2BBF5BEF4528}" presName="sibTrans" presStyleCnt="0"/>
      <dgm:spPr/>
    </dgm:pt>
    <dgm:pt modelId="{6840B315-EA49-4CE1-8E7B-5292EAAB30DC}" type="pres">
      <dgm:prSet presAssocID="{CB70668F-3DFD-4B0B-B62E-29DD5D6B9135}" presName="compNode" presStyleCnt="0"/>
      <dgm:spPr/>
    </dgm:pt>
    <dgm:pt modelId="{7887BA0D-60A2-413F-AA90-0A727AD69A05}" type="pres">
      <dgm:prSet presAssocID="{CB70668F-3DFD-4B0B-B62E-29DD5D6B9135}" presName="iconBgRect" presStyleLbl="bgShp" presStyleIdx="3" presStyleCnt="4"/>
      <dgm:spPr/>
    </dgm:pt>
    <dgm:pt modelId="{B1813A14-4B5D-498F-8A28-87CF6BE92B36}" type="pres">
      <dgm:prSet presAssocID="{CB70668F-3DFD-4B0B-B62E-29DD5D6B91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863ECCBD-F5D4-48EE-86C0-7BFCE9F66735}" type="pres">
      <dgm:prSet presAssocID="{CB70668F-3DFD-4B0B-B62E-29DD5D6B9135}" presName="spaceRect" presStyleCnt="0"/>
      <dgm:spPr/>
    </dgm:pt>
    <dgm:pt modelId="{388EC329-4EC3-41A6-AFB0-D8C70F051C63}" type="pres">
      <dgm:prSet presAssocID="{CB70668F-3DFD-4B0B-B62E-29DD5D6B91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2F93227-50E5-4D99-8B93-82E787D6FF67}" type="presOf" srcId="{0BF35BAD-89CB-42B3-BFCC-8A16831414FA}" destId="{56DFF047-365D-4935-BE3F-283E5FC7BD37}" srcOrd="0" destOrd="0" presId="urn:microsoft.com/office/officeart/2018/5/layout/IconCircleLabelList"/>
    <dgm:cxn modelId="{AD08E42E-32B6-47E1-9952-285A7B7D75C7}" type="presOf" srcId="{BD515D32-C1AB-4873-9FDF-E2DE6E1250F7}" destId="{80ED90F0-F501-4AAF-8062-B4FDE0426573}" srcOrd="0" destOrd="0" presId="urn:microsoft.com/office/officeart/2018/5/layout/IconCircleLabelList"/>
    <dgm:cxn modelId="{10D9C13D-2B47-4010-9276-0EC41D8873A2}" type="presOf" srcId="{20FE5CE6-8683-4D2D-8700-A1C4F0B372FB}" destId="{28129287-6561-461B-AFDA-8156D9C82220}" srcOrd="0" destOrd="0" presId="urn:microsoft.com/office/officeart/2018/5/layout/IconCircleLabelList"/>
    <dgm:cxn modelId="{C9158C61-BFD1-4971-A6CF-059A763678BD}" srcId="{DFBABC2F-6472-4DE3-81DF-A822DBF7DA31}" destId="{BD515D32-C1AB-4873-9FDF-E2DE6E1250F7}" srcOrd="2" destOrd="0" parTransId="{817A42C3-57AD-4CDD-B7CA-D3B5AA647C22}" sibTransId="{4EBD07B7-8A7B-4720-83BF-2BBF5BEF4528}"/>
    <dgm:cxn modelId="{8E00A24D-4D68-4482-9FC2-0999FD2A523D}" srcId="{DFBABC2F-6472-4DE3-81DF-A822DBF7DA31}" destId="{0BF35BAD-89CB-42B3-BFCC-8A16831414FA}" srcOrd="0" destOrd="0" parTransId="{C93D9944-AF54-4DBD-9FE2-20F85B1ACCA3}" sibTransId="{86BF7E5A-3DDE-4618-8B1C-70DCBD9C7FC0}"/>
    <dgm:cxn modelId="{9485B286-BC50-4A55-88F6-B57482E25380}" srcId="{DFBABC2F-6472-4DE3-81DF-A822DBF7DA31}" destId="{20FE5CE6-8683-4D2D-8700-A1C4F0B372FB}" srcOrd="1" destOrd="0" parTransId="{57737F29-78F2-4691-81C1-658F6C556D69}" sibTransId="{D470BE9E-80E6-4D92-A49D-BC17D33378EC}"/>
    <dgm:cxn modelId="{5639059D-BF8D-4C1C-980D-3450C7C4A62E}" srcId="{DFBABC2F-6472-4DE3-81DF-A822DBF7DA31}" destId="{CB70668F-3DFD-4B0B-B62E-29DD5D6B9135}" srcOrd="3" destOrd="0" parTransId="{CEC36A89-1653-4B9C-85BE-3F90BBA9B4C1}" sibTransId="{991B9848-BE03-4896-8CC6-C81323192972}"/>
    <dgm:cxn modelId="{297F6DDE-CAF1-408A-9D58-58BC2A1B8D3C}" type="presOf" srcId="{DFBABC2F-6472-4DE3-81DF-A822DBF7DA31}" destId="{012D5F25-6218-470D-8562-5726125706C2}" srcOrd="0" destOrd="0" presId="urn:microsoft.com/office/officeart/2018/5/layout/IconCircleLabelList"/>
    <dgm:cxn modelId="{E9D706E1-027D-4BB2-8952-16C3A3C1CDDD}" type="presOf" srcId="{CB70668F-3DFD-4B0B-B62E-29DD5D6B9135}" destId="{388EC329-4EC3-41A6-AFB0-D8C70F051C63}" srcOrd="0" destOrd="0" presId="urn:microsoft.com/office/officeart/2018/5/layout/IconCircleLabelList"/>
    <dgm:cxn modelId="{A2C498B9-43CA-4A30-AD0E-AFE5396D8545}" type="presParOf" srcId="{012D5F25-6218-470D-8562-5726125706C2}" destId="{1688AF9C-471D-471C-AFE7-FB9E829EC13E}" srcOrd="0" destOrd="0" presId="urn:microsoft.com/office/officeart/2018/5/layout/IconCircleLabelList"/>
    <dgm:cxn modelId="{220D2F0F-1DF1-4321-BE9B-16F09DC892D7}" type="presParOf" srcId="{1688AF9C-471D-471C-AFE7-FB9E829EC13E}" destId="{6EEE9225-B5CC-46AA-AD16-266F4C0A3A10}" srcOrd="0" destOrd="0" presId="urn:microsoft.com/office/officeart/2018/5/layout/IconCircleLabelList"/>
    <dgm:cxn modelId="{FBA79835-3156-48CD-85AC-AADDDB6D4480}" type="presParOf" srcId="{1688AF9C-471D-471C-AFE7-FB9E829EC13E}" destId="{1AEF044C-4544-4111-A2A8-5538873A2B43}" srcOrd="1" destOrd="0" presId="urn:microsoft.com/office/officeart/2018/5/layout/IconCircleLabelList"/>
    <dgm:cxn modelId="{C3B2ACAB-CDC5-4DB0-B4ED-6EB496D8294E}" type="presParOf" srcId="{1688AF9C-471D-471C-AFE7-FB9E829EC13E}" destId="{61A9796A-FDA6-4255-A0A9-570F4EE69206}" srcOrd="2" destOrd="0" presId="urn:microsoft.com/office/officeart/2018/5/layout/IconCircleLabelList"/>
    <dgm:cxn modelId="{0987F9D3-CCA2-4A5F-B4E4-AE3D3AA92D84}" type="presParOf" srcId="{1688AF9C-471D-471C-AFE7-FB9E829EC13E}" destId="{56DFF047-365D-4935-BE3F-283E5FC7BD37}" srcOrd="3" destOrd="0" presId="urn:microsoft.com/office/officeart/2018/5/layout/IconCircleLabelList"/>
    <dgm:cxn modelId="{7E5ABB32-2B43-4FDD-89D0-6A4C23ACE93B}" type="presParOf" srcId="{012D5F25-6218-470D-8562-5726125706C2}" destId="{F3C27E9D-3A0D-4122-AAC7-BFCCC835A8BF}" srcOrd="1" destOrd="0" presId="urn:microsoft.com/office/officeart/2018/5/layout/IconCircleLabelList"/>
    <dgm:cxn modelId="{E1B17D49-975B-405B-BE77-1B05DE1D1C2E}" type="presParOf" srcId="{012D5F25-6218-470D-8562-5726125706C2}" destId="{5ACA23AE-C167-4B21-A39D-5014735ABCC4}" srcOrd="2" destOrd="0" presId="urn:microsoft.com/office/officeart/2018/5/layout/IconCircleLabelList"/>
    <dgm:cxn modelId="{F56CE69B-5CB7-4152-B356-9B422CE2FDC7}" type="presParOf" srcId="{5ACA23AE-C167-4B21-A39D-5014735ABCC4}" destId="{5366CBC3-451B-47CF-8950-869C2BFB1F7A}" srcOrd="0" destOrd="0" presId="urn:microsoft.com/office/officeart/2018/5/layout/IconCircleLabelList"/>
    <dgm:cxn modelId="{C3E80F3F-DA88-4FB1-A263-3024096CF7DE}" type="presParOf" srcId="{5ACA23AE-C167-4B21-A39D-5014735ABCC4}" destId="{22C7D288-FAB0-43A2-B559-CD1E0B79DBC4}" srcOrd="1" destOrd="0" presId="urn:microsoft.com/office/officeart/2018/5/layout/IconCircleLabelList"/>
    <dgm:cxn modelId="{B6ACBF14-7ED2-4870-A99A-96996E7A85F6}" type="presParOf" srcId="{5ACA23AE-C167-4B21-A39D-5014735ABCC4}" destId="{B85424F3-39FD-4820-B374-C68A2B442A43}" srcOrd="2" destOrd="0" presId="urn:microsoft.com/office/officeart/2018/5/layout/IconCircleLabelList"/>
    <dgm:cxn modelId="{BDE043CE-212E-4346-B26A-8685E823A938}" type="presParOf" srcId="{5ACA23AE-C167-4B21-A39D-5014735ABCC4}" destId="{28129287-6561-461B-AFDA-8156D9C82220}" srcOrd="3" destOrd="0" presId="urn:microsoft.com/office/officeart/2018/5/layout/IconCircleLabelList"/>
    <dgm:cxn modelId="{00C1B6AF-AEEB-4A40-A41A-9F1AB79CB166}" type="presParOf" srcId="{012D5F25-6218-470D-8562-5726125706C2}" destId="{B0CDAEC3-D809-464E-B8D4-9D06FF10B8C6}" srcOrd="3" destOrd="0" presId="urn:microsoft.com/office/officeart/2018/5/layout/IconCircleLabelList"/>
    <dgm:cxn modelId="{C6678466-F969-458E-BB97-38D683B0355B}" type="presParOf" srcId="{012D5F25-6218-470D-8562-5726125706C2}" destId="{3018DE28-521E-4B95-B5EF-D3C880CB8606}" srcOrd="4" destOrd="0" presId="urn:microsoft.com/office/officeart/2018/5/layout/IconCircleLabelList"/>
    <dgm:cxn modelId="{BB7AA1CD-3ECB-4C9C-B26A-61DD0C4A56ED}" type="presParOf" srcId="{3018DE28-521E-4B95-B5EF-D3C880CB8606}" destId="{C15C8AFE-4938-4AB7-A250-7B0C85DB7B9F}" srcOrd="0" destOrd="0" presId="urn:microsoft.com/office/officeart/2018/5/layout/IconCircleLabelList"/>
    <dgm:cxn modelId="{338C144D-1AAC-43E9-B66B-5F8EF3739AF2}" type="presParOf" srcId="{3018DE28-521E-4B95-B5EF-D3C880CB8606}" destId="{B63C4991-8693-442C-BAFA-B8E0C8A1121E}" srcOrd="1" destOrd="0" presId="urn:microsoft.com/office/officeart/2018/5/layout/IconCircleLabelList"/>
    <dgm:cxn modelId="{6266BF9E-E965-450B-8ED2-3166C0F6A05B}" type="presParOf" srcId="{3018DE28-521E-4B95-B5EF-D3C880CB8606}" destId="{4DDF94E5-CA98-4ECE-A583-02AC331EEF61}" srcOrd="2" destOrd="0" presId="urn:microsoft.com/office/officeart/2018/5/layout/IconCircleLabelList"/>
    <dgm:cxn modelId="{1B7B1358-8B72-421C-A695-D0A80D8E40DF}" type="presParOf" srcId="{3018DE28-521E-4B95-B5EF-D3C880CB8606}" destId="{80ED90F0-F501-4AAF-8062-B4FDE0426573}" srcOrd="3" destOrd="0" presId="urn:microsoft.com/office/officeart/2018/5/layout/IconCircleLabelList"/>
    <dgm:cxn modelId="{89C26806-D81B-4B9B-9C5D-B2CD0637270D}" type="presParOf" srcId="{012D5F25-6218-470D-8562-5726125706C2}" destId="{51F1C9A7-9779-40CF-BCA0-A4BD719D81E6}" srcOrd="5" destOrd="0" presId="urn:microsoft.com/office/officeart/2018/5/layout/IconCircleLabelList"/>
    <dgm:cxn modelId="{C251683E-B29A-4565-BB58-E1F6FD4631D8}" type="presParOf" srcId="{012D5F25-6218-470D-8562-5726125706C2}" destId="{6840B315-EA49-4CE1-8E7B-5292EAAB30DC}" srcOrd="6" destOrd="0" presId="urn:microsoft.com/office/officeart/2018/5/layout/IconCircleLabelList"/>
    <dgm:cxn modelId="{C06A0A73-986F-47A3-8774-60950DFD795E}" type="presParOf" srcId="{6840B315-EA49-4CE1-8E7B-5292EAAB30DC}" destId="{7887BA0D-60A2-413F-AA90-0A727AD69A05}" srcOrd="0" destOrd="0" presId="urn:microsoft.com/office/officeart/2018/5/layout/IconCircleLabelList"/>
    <dgm:cxn modelId="{3812EC9B-6966-4B90-ABAE-FA1CB40B60CC}" type="presParOf" srcId="{6840B315-EA49-4CE1-8E7B-5292EAAB30DC}" destId="{B1813A14-4B5D-498F-8A28-87CF6BE92B36}" srcOrd="1" destOrd="0" presId="urn:microsoft.com/office/officeart/2018/5/layout/IconCircleLabelList"/>
    <dgm:cxn modelId="{AF763A88-2E86-4BAC-AA52-F47F575870AC}" type="presParOf" srcId="{6840B315-EA49-4CE1-8E7B-5292EAAB30DC}" destId="{863ECCBD-F5D4-48EE-86C0-7BFCE9F66735}" srcOrd="2" destOrd="0" presId="urn:microsoft.com/office/officeart/2018/5/layout/IconCircleLabelList"/>
    <dgm:cxn modelId="{B8CCC446-0101-4707-A714-063E64169314}" type="presParOf" srcId="{6840B315-EA49-4CE1-8E7B-5292EAAB30DC}" destId="{388EC329-4EC3-41A6-AFB0-D8C70F051C6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FDA8A-5526-4A3D-806D-7F323045BDB8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A22366-193E-4975-8FF1-CBE38A2E7AF0}">
      <dgm:prSet/>
      <dgm:spPr/>
      <dgm:t>
        <a:bodyPr/>
        <a:lstStyle/>
        <a:p>
          <a:r>
            <a:rPr lang="en-US"/>
            <a:t>• Complexity &amp; Black-Box Behavior: Billions of parameters, non-linear behavior.</a:t>
          </a:r>
        </a:p>
      </dgm:t>
    </dgm:pt>
    <dgm:pt modelId="{81B629F6-DF01-4BFC-8215-579A89EAC216}" type="parTrans" cxnId="{67EB67C9-6A74-461B-A195-A8A7CBCD2E0D}">
      <dgm:prSet/>
      <dgm:spPr/>
      <dgm:t>
        <a:bodyPr/>
        <a:lstStyle/>
        <a:p>
          <a:endParaRPr lang="en-US"/>
        </a:p>
      </dgm:t>
    </dgm:pt>
    <dgm:pt modelId="{3B6FFA43-F37C-4255-8635-3BAC76E214BB}" type="sibTrans" cxnId="{67EB67C9-6A74-461B-A195-A8A7CBCD2E0D}">
      <dgm:prSet/>
      <dgm:spPr/>
      <dgm:t>
        <a:bodyPr/>
        <a:lstStyle/>
        <a:p>
          <a:endParaRPr lang="en-US"/>
        </a:p>
      </dgm:t>
    </dgm:pt>
    <dgm:pt modelId="{F12297A2-47DF-4CE7-ABA6-A80200DC7F85}">
      <dgm:prSet/>
      <dgm:spPr/>
      <dgm:t>
        <a:bodyPr/>
        <a:lstStyle/>
        <a:p>
          <a:r>
            <a:rPr lang="en-US"/>
            <a:t>• Post-Hoc Explanations: May not reflect true internal reasoning.</a:t>
          </a:r>
        </a:p>
      </dgm:t>
    </dgm:pt>
    <dgm:pt modelId="{51CD23ED-661C-4C2F-98B9-7E6A55035058}" type="parTrans" cxnId="{43443855-4A24-4CA7-A26F-B72379EFDF5E}">
      <dgm:prSet/>
      <dgm:spPr/>
      <dgm:t>
        <a:bodyPr/>
        <a:lstStyle/>
        <a:p>
          <a:endParaRPr lang="en-US"/>
        </a:p>
      </dgm:t>
    </dgm:pt>
    <dgm:pt modelId="{CF9B0D71-8071-41A3-B6C5-6B07F105A5C4}" type="sibTrans" cxnId="{43443855-4A24-4CA7-A26F-B72379EFDF5E}">
      <dgm:prSet/>
      <dgm:spPr/>
      <dgm:t>
        <a:bodyPr/>
        <a:lstStyle/>
        <a:p>
          <a:endParaRPr lang="en-US"/>
        </a:p>
      </dgm:t>
    </dgm:pt>
    <dgm:pt modelId="{ED0FC76E-4EB6-4A19-9AF9-7D9A2A2A2436}">
      <dgm:prSet/>
      <dgm:spPr/>
      <dgm:t>
        <a:bodyPr/>
        <a:lstStyle/>
        <a:p>
          <a:r>
            <a:rPr lang="en-US"/>
            <a:t>• Data Quality &amp; Bias: Models reflect patterns in training data.</a:t>
          </a:r>
        </a:p>
      </dgm:t>
    </dgm:pt>
    <dgm:pt modelId="{3B841408-B54D-4B42-8526-04ADAAC58458}" type="parTrans" cxnId="{D904C3DE-0FFB-4860-848C-B996BE67AA8E}">
      <dgm:prSet/>
      <dgm:spPr/>
      <dgm:t>
        <a:bodyPr/>
        <a:lstStyle/>
        <a:p>
          <a:endParaRPr lang="en-US"/>
        </a:p>
      </dgm:t>
    </dgm:pt>
    <dgm:pt modelId="{17DFA669-12BD-4BC5-B9AC-9CF416AA5356}" type="sibTrans" cxnId="{D904C3DE-0FFB-4860-848C-B996BE67AA8E}">
      <dgm:prSet/>
      <dgm:spPr/>
      <dgm:t>
        <a:bodyPr/>
        <a:lstStyle/>
        <a:p>
          <a:endParaRPr lang="en-US"/>
        </a:p>
      </dgm:t>
    </dgm:pt>
    <dgm:pt modelId="{24B0A7E9-57FC-49A7-A44E-70F6758618C1}">
      <dgm:prSet/>
      <dgm:spPr/>
      <dgm:t>
        <a:bodyPr/>
        <a:lstStyle/>
        <a:p>
          <a:r>
            <a:rPr lang="en-US"/>
            <a:t>• Regulation &amp; Governance: Need fairness, audits, limitations.</a:t>
          </a:r>
        </a:p>
      </dgm:t>
    </dgm:pt>
    <dgm:pt modelId="{E3D535A6-3A60-4E8F-BF2E-ECE3C110BC14}" type="parTrans" cxnId="{AE16E422-8380-4969-B1F2-5833B38BEC72}">
      <dgm:prSet/>
      <dgm:spPr/>
      <dgm:t>
        <a:bodyPr/>
        <a:lstStyle/>
        <a:p>
          <a:endParaRPr lang="en-US"/>
        </a:p>
      </dgm:t>
    </dgm:pt>
    <dgm:pt modelId="{FDDA4685-C013-4227-8AA7-42DCAD3BFC27}" type="sibTrans" cxnId="{AE16E422-8380-4969-B1F2-5833B38BEC72}">
      <dgm:prSet/>
      <dgm:spPr/>
      <dgm:t>
        <a:bodyPr/>
        <a:lstStyle/>
        <a:p>
          <a:endParaRPr lang="en-US"/>
        </a:p>
      </dgm:t>
    </dgm:pt>
    <dgm:pt modelId="{C7E998D1-EB7C-4089-B8A3-58849ADB64EE}" type="pres">
      <dgm:prSet presAssocID="{716FDA8A-5526-4A3D-806D-7F323045BDB8}" presName="linear" presStyleCnt="0">
        <dgm:presLayoutVars>
          <dgm:animLvl val="lvl"/>
          <dgm:resizeHandles val="exact"/>
        </dgm:presLayoutVars>
      </dgm:prSet>
      <dgm:spPr/>
    </dgm:pt>
    <dgm:pt modelId="{3D6607C8-2BB7-45AC-B7B9-C8936DE3F803}" type="pres">
      <dgm:prSet presAssocID="{78A22366-193E-4975-8FF1-CBE38A2E7AF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84CFAC-6096-4A89-9623-C1721F3FB821}" type="pres">
      <dgm:prSet presAssocID="{3B6FFA43-F37C-4255-8635-3BAC76E214BB}" presName="spacer" presStyleCnt="0"/>
      <dgm:spPr/>
    </dgm:pt>
    <dgm:pt modelId="{64EC0515-D37E-4975-9D35-9D5B9F0C53FE}" type="pres">
      <dgm:prSet presAssocID="{F12297A2-47DF-4CE7-ABA6-A80200DC7F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505F45-055A-442D-8A7E-F661B46870AD}" type="pres">
      <dgm:prSet presAssocID="{CF9B0D71-8071-41A3-B6C5-6B07F105A5C4}" presName="spacer" presStyleCnt="0"/>
      <dgm:spPr/>
    </dgm:pt>
    <dgm:pt modelId="{BACC39EF-AE08-4DA5-838B-A892E98ED28B}" type="pres">
      <dgm:prSet presAssocID="{ED0FC76E-4EB6-4A19-9AF9-7D9A2A2A24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863421-DFB0-441C-8344-97010165DD8E}" type="pres">
      <dgm:prSet presAssocID="{17DFA669-12BD-4BC5-B9AC-9CF416AA5356}" presName="spacer" presStyleCnt="0"/>
      <dgm:spPr/>
    </dgm:pt>
    <dgm:pt modelId="{E7547972-9CF8-4D47-BCE0-D4962F256D0E}" type="pres">
      <dgm:prSet presAssocID="{24B0A7E9-57FC-49A7-A44E-70F6758618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16E422-8380-4969-B1F2-5833B38BEC72}" srcId="{716FDA8A-5526-4A3D-806D-7F323045BDB8}" destId="{24B0A7E9-57FC-49A7-A44E-70F6758618C1}" srcOrd="3" destOrd="0" parTransId="{E3D535A6-3A60-4E8F-BF2E-ECE3C110BC14}" sibTransId="{FDDA4685-C013-4227-8AA7-42DCAD3BFC27}"/>
    <dgm:cxn modelId="{43443855-4A24-4CA7-A26F-B72379EFDF5E}" srcId="{716FDA8A-5526-4A3D-806D-7F323045BDB8}" destId="{F12297A2-47DF-4CE7-ABA6-A80200DC7F85}" srcOrd="1" destOrd="0" parTransId="{51CD23ED-661C-4C2F-98B9-7E6A55035058}" sibTransId="{CF9B0D71-8071-41A3-B6C5-6B07F105A5C4}"/>
    <dgm:cxn modelId="{456B3B87-5661-42DA-80B5-EF4C10DAB4FD}" type="presOf" srcId="{78A22366-193E-4975-8FF1-CBE38A2E7AF0}" destId="{3D6607C8-2BB7-45AC-B7B9-C8936DE3F803}" srcOrd="0" destOrd="0" presId="urn:microsoft.com/office/officeart/2005/8/layout/vList2"/>
    <dgm:cxn modelId="{803E33BE-12C8-4013-BBDF-B30038036744}" type="presOf" srcId="{716FDA8A-5526-4A3D-806D-7F323045BDB8}" destId="{C7E998D1-EB7C-4089-B8A3-58849ADB64EE}" srcOrd="0" destOrd="0" presId="urn:microsoft.com/office/officeart/2005/8/layout/vList2"/>
    <dgm:cxn modelId="{67EB67C9-6A74-461B-A195-A8A7CBCD2E0D}" srcId="{716FDA8A-5526-4A3D-806D-7F323045BDB8}" destId="{78A22366-193E-4975-8FF1-CBE38A2E7AF0}" srcOrd="0" destOrd="0" parTransId="{81B629F6-DF01-4BFC-8215-579A89EAC216}" sibTransId="{3B6FFA43-F37C-4255-8635-3BAC76E214BB}"/>
    <dgm:cxn modelId="{D9BF7ACF-3D47-4046-9BC7-ABF7F381BDCF}" type="presOf" srcId="{24B0A7E9-57FC-49A7-A44E-70F6758618C1}" destId="{E7547972-9CF8-4D47-BCE0-D4962F256D0E}" srcOrd="0" destOrd="0" presId="urn:microsoft.com/office/officeart/2005/8/layout/vList2"/>
    <dgm:cxn modelId="{F4BC47D8-11F3-4F03-8C8B-822363FF3A78}" type="presOf" srcId="{ED0FC76E-4EB6-4A19-9AF9-7D9A2A2A2436}" destId="{BACC39EF-AE08-4DA5-838B-A892E98ED28B}" srcOrd="0" destOrd="0" presId="urn:microsoft.com/office/officeart/2005/8/layout/vList2"/>
    <dgm:cxn modelId="{D904C3DE-0FFB-4860-848C-B996BE67AA8E}" srcId="{716FDA8A-5526-4A3D-806D-7F323045BDB8}" destId="{ED0FC76E-4EB6-4A19-9AF9-7D9A2A2A2436}" srcOrd="2" destOrd="0" parTransId="{3B841408-B54D-4B42-8526-04ADAAC58458}" sibTransId="{17DFA669-12BD-4BC5-B9AC-9CF416AA5356}"/>
    <dgm:cxn modelId="{BEB533F7-C01C-4838-B501-4F03F99000B1}" type="presOf" srcId="{F12297A2-47DF-4CE7-ABA6-A80200DC7F85}" destId="{64EC0515-D37E-4975-9D35-9D5B9F0C53FE}" srcOrd="0" destOrd="0" presId="urn:microsoft.com/office/officeart/2005/8/layout/vList2"/>
    <dgm:cxn modelId="{4645BDBE-FB87-4591-B5F8-82DC523C5D36}" type="presParOf" srcId="{C7E998D1-EB7C-4089-B8A3-58849ADB64EE}" destId="{3D6607C8-2BB7-45AC-B7B9-C8936DE3F803}" srcOrd="0" destOrd="0" presId="urn:microsoft.com/office/officeart/2005/8/layout/vList2"/>
    <dgm:cxn modelId="{428845D2-D88B-4D1E-B87A-75F43B84D8D8}" type="presParOf" srcId="{C7E998D1-EB7C-4089-B8A3-58849ADB64EE}" destId="{9684CFAC-6096-4A89-9623-C1721F3FB821}" srcOrd="1" destOrd="0" presId="urn:microsoft.com/office/officeart/2005/8/layout/vList2"/>
    <dgm:cxn modelId="{C6A1CF53-3E1D-4506-AB8B-0BA589FE844F}" type="presParOf" srcId="{C7E998D1-EB7C-4089-B8A3-58849ADB64EE}" destId="{64EC0515-D37E-4975-9D35-9D5B9F0C53FE}" srcOrd="2" destOrd="0" presId="urn:microsoft.com/office/officeart/2005/8/layout/vList2"/>
    <dgm:cxn modelId="{E8A25F59-0581-42F9-9A5F-B783DC95944E}" type="presParOf" srcId="{C7E998D1-EB7C-4089-B8A3-58849ADB64EE}" destId="{74505F45-055A-442D-8A7E-F661B46870AD}" srcOrd="3" destOrd="0" presId="urn:microsoft.com/office/officeart/2005/8/layout/vList2"/>
    <dgm:cxn modelId="{6EBF4A78-8578-4CEC-A5C6-BDC3C8940ACE}" type="presParOf" srcId="{C7E998D1-EB7C-4089-B8A3-58849ADB64EE}" destId="{BACC39EF-AE08-4DA5-838B-A892E98ED28B}" srcOrd="4" destOrd="0" presId="urn:microsoft.com/office/officeart/2005/8/layout/vList2"/>
    <dgm:cxn modelId="{EE293791-31C5-477B-8911-167397C2E2FE}" type="presParOf" srcId="{C7E998D1-EB7C-4089-B8A3-58849ADB64EE}" destId="{55863421-DFB0-441C-8344-97010165DD8E}" srcOrd="5" destOrd="0" presId="urn:microsoft.com/office/officeart/2005/8/layout/vList2"/>
    <dgm:cxn modelId="{D6FD0799-3F7F-45C6-AEAC-B4770DD3A7F0}" type="presParOf" srcId="{C7E998D1-EB7C-4089-B8A3-58849ADB64EE}" destId="{E7547972-9CF8-4D47-BCE0-D4962F256D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813825-C3F2-4478-AD47-5CF76F64EBA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2B12CFB-CF4A-4A77-8AA5-AB1DC4BD162E}">
      <dgm:prSet/>
      <dgm:spPr/>
      <dgm:t>
        <a:bodyPr/>
        <a:lstStyle/>
        <a:p>
          <a:pPr>
            <a:defRPr cap="all"/>
          </a:pPr>
          <a:r>
            <a:rPr lang="en-US"/>
            <a:t>• Traditional Metrics: Accuracy, precision, recall, F1 score, AUC.</a:t>
          </a:r>
        </a:p>
      </dgm:t>
    </dgm:pt>
    <dgm:pt modelId="{A5B55E81-2DAD-421B-BD02-B2861BFFFA77}" type="parTrans" cxnId="{89042007-F0C1-4303-83E4-19A9D81AED7F}">
      <dgm:prSet/>
      <dgm:spPr/>
      <dgm:t>
        <a:bodyPr/>
        <a:lstStyle/>
        <a:p>
          <a:endParaRPr lang="en-US"/>
        </a:p>
      </dgm:t>
    </dgm:pt>
    <dgm:pt modelId="{0FFF1CFC-1A50-4F2C-BBA8-E6F3EDB0A609}" type="sibTrans" cxnId="{89042007-F0C1-4303-83E4-19A9D81AED7F}">
      <dgm:prSet/>
      <dgm:spPr/>
      <dgm:t>
        <a:bodyPr/>
        <a:lstStyle/>
        <a:p>
          <a:endParaRPr lang="en-US"/>
        </a:p>
      </dgm:t>
    </dgm:pt>
    <dgm:pt modelId="{03A6748F-DC2C-4A18-9B43-690B239CDA98}">
      <dgm:prSet/>
      <dgm:spPr/>
      <dgm:t>
        <a:bodyPr/>
        <a:lstStyle/>
        <a:p>
          <a:pPr>
            <a:defRPr cap="all"/>
          </a:pPr>
          <a:r>
            <a:rPr lang="en-US"/>
            <a:t>• Safety &amp; Robustness: Red-teaming, toxicity checks, bias tests.</a:t>
          </a:r>
        </a:p>
      </dgm:t>
    </dgm:pt>
    <dgm:pt modelId="{39259F33-52CE-43FD-A1A3-BC598A9E9F3D}" type="parTrans" cxnId="{C3E539C1-0CC1-4CF7-BB72-9BD4A7967AE4}">
      <dgm:prSet/>
      <dgm:spPr/>
      <dgm:t>
        <a:bodyPr/>
        <a:lstStyle/>
        <a:p>
          <a:endParaRPr lang="en-US"/>
        </a:p>
      </dgm:t>
    </dgm:pt>
    <dgm:pt modelId="{3D6E73F9-F6FB-4EE0-A81A-7EAE97606561}" type="sibTrans" cxnId="{C3E539C1-0CC1-4CF7-BB72-9BD4A7967AE4}">
      <dgm:prSet/>
      <dgm:spPr/>
      <dgm:t>
        <a:bodyPr/>
        <a:lstStyle/>
        <a:p>
          <a:endParaRPr lang="en-US"/>
        </a:p>
      </dgm:t>
    </dgm:pt>
    <dgm:pt modelId="{98E42FB6-3EF6-4096-80BB-111087C2F0D6}">
      <dgm:prSet/>
      <dgm:spPr/>
      <dgm:t>
        <a:bodyPr/>
        <a:lstStyle/>
        <a:p>
          <a:pPr>
            <a:defRPr cap="all"/>
          </a:pPr>
          <a:r>
            <a:rPr lang="en-US"/>
            <a:t>• Explainability Metrics: Attribution fidelity, stability, human evaluation.</a:t>
          </a:r>
        </a:p>
      </dgm:t>
    </dgm:pt>
    <dgm:pt modelId="{4B89B04D-8BA4-4458-ADF8-D50CC9DBF9F5}" type="parTrans" cxnId="{9A838209-FB3D-4C15-B28A-52A51FE40184}">
      <dgm:prSet/>
      <dgm:spPr/>
      <dgm:t>
        <a:bodyPr/>
        <a:lstStyle/>
        <a:p>
          <a:endParaRPr lang="en-US"/>
        </a:p>
      </dgm:t>
    </dgm:pt>
    <dgm:pt modelId="{770EFD40-2989-45BB-8907-2A51324DBCA4}" type="sibTrans" cxnId="{9A838209-FB3D-4C15-B28A-52A51FE40184}">
      <dgm:prSet/>
      <dgm:spPr/>
      <dgm:t>
        <a:bodyPr/>
        <a:lstStyle/>
        <a:p>
          <a:endParaRPr lang="en-US"/>
        </a:p>
      </dgm:t>
    </dgm:pt>
    <dgm:pt modelId="{2DE777B9-FFFF-47CE-A33E-198BF2165516}">
      <dgm:prSet/>
      <dgm:spPr/>
      <dgm:t>
        <a:bodyPr/>
        <a:lstStyle/>
        <a:p>
          <a:pPr>
            <a:defRPr cap="all"/>
          </a:pPr>
          <a:r>
            <a:rPr lang="en-US"/>
            <a:t>• Evidence-based trust through model monitoring.</a:t>
          </a:r>
        </a:p>
      </dgm:t>
    </dgm:pt>
    <dgm:pt modelId="{604DE38A-6B27-4E4B-88D0-A99AC92BEE44}" type="parTrans" cxnId="{58062E2C-B28E-4738-8AC9-E7701490FC7B}">
      <dgm:prSet/>
      <dgm:spPr/>
      <dgm:t>
        <a:bodyPr/>
        <a:lstStyle/>
        <a:p>
          <a:endParaRPr lang="en-US"/>
        </a:p>
      </dgm:t>
    </dgm:pt>
    <dgm:pt modelId="{9C32EE6C-D7C1-42BB-B659-431135088B44}" type="sibTrans" cxnId="{58062E2C-B28E-4738-8AC9-E7701490FC7B}">
      <dgm:prSet/>
      <dgm:spPr/>
      <dgm:t>
        <a:bodyPr/>
        <a:lstStyle/>
        <a:p>
          <a:endParaRPr lang="en-US"/>
        </a:p>
      </dgm:t>
    </dgm:pt>
    <dgm:pt modelId="{1A79426A-1CB9-4BC6-B802-E0F37E676C91}" type="pres">
      <dgm:prSet presAssocID="{49813825-C3F2-4478-AD47-5CF76F64EBA0}" presName="root" presStyleCnt="0">
        <dgm:presLayoutVars>
          <dgm:dir/>
          <dgm:resizeHandles val="exact"/>
        </dgm:presLayoutVars>
      </dgm:prSet>
      <dgm:spPr/>
    </dgm:pt>
    <dgm:pt modelId="{0F0E69DE-0310-47D5-ABD5-9A6E351C7774}" type="pres">
      <dgm:prSet presAssocID="{02B12CFB-CF4A-4A77-8AA5-AB1DC4BD162E}" presName="compNode" presStyleCnt="0"/>
      <dgm:spPr/>
    </dgm:pt>
    <dgm:pt modelId="{6E2273D9-A03B-4711-8706-54A05E604EBB}" type="pres">
      <dgm:prSet presAssocID="{02B12CFB-CF4A-4A77-8AA5-AB1DC4BD162E}" presName="iconBgRect" presStyleLbl="bgShp" presStyleIdx="0" presStyleCnt="4"/>
      <dgm:spPr/>
    </dgm:pt>
    <dgm:pt modelId="{1C8478F4-D407-4C5A-8BB3-5D1CB42DFF0F}" type="pres">
      <dgm:prSet presAssocID="{02B12CFB-CF4A-4A77-8AA5-AB1DC4BD16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69FE4BC-F27A-45CE-93DE-452A0C37E7E5}" type="pres">
      <dgm:prSet presAssocID="{02B12CFB-CF4A-4A77-8AA5-AB1DC4BD162E}" presName="spaceRect" presStyleCnt="0"/>
      <dgm:spPr/>
    </dgm:pt>
    <dgm:pt modelId="{4CD724B8-935E-496A-95D1-01954D71FC1C}" type="pres">
      <dgm:prSet presAssocID="{02B12CFB-CF4A-4A77-8AA5-AB1DC4BD162E}" presName="textRect" presStyleLbl="revTx" presStyleIdx="0" presStyleCnt="4">
        <dgm:presLayoutVars>
          <dgm:chMax val="1"/>
          <dgm:chPref val="1"/>
        </dgm:presLayoutVars>
      </dgm:prSet>
      <dgm:spPr/>
    </dgm:pt>
    <dgm:pt modelId="{C1D03244-E42E-46BF-8304-025F06DA2BAA}" type="pres">
      <dgm:prSet presAssocID="{0FFF1CFC-1A50-4F2C-BBA8-E6F3EDB0A609}" presName="sibTrans" presStyleCnt="0"/>
      <dgm:spPr/>
    </dgm:pt>
    <dgm:pt modelId="{C7594482-01EA-455E-8723-6D920D1EEEE7}" type="pres">
      <dgm:prSet presAssocID="{03A6748F-DC2C-4A18-9B43-690B239CDA98}" presName="compNode" presStyleCnt="0"/>
      <dgm:spPr/>
    </dgm:pt>
    <dgm:pt modelId="{D9C59582-6D0F-496C-B5EB-6AB470C7D5BC}" type="pres">
      <dgm:prSet presAssocID="{03A6748F-DC2C-4A18-9B43-690B239CDA98}" presName="iconBgRect" presStyleLbl="bgShp" presStyleIdx="1" presStyleCnt="4"/>
      <dgm:spPr/>
    </dgm:pt>
    <dgm:pt modelId="{FB72A6DA-27E7-4BD5-A173-EB24BDE5A59A}" type="pres">
      <dgm:prSet presAssocID="{03A6748F-DC2C-4A18-9B43-690B239CDA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813DAF65-0757-42CE-B4F2-8A273B0D47D0}" type="pres">
      <dgm:prSet presAssocID="{03A6748F-DC2C-4A18-9B43-690B239CDA98}" presName="spaceRect" presStyleCnt="0"/>
      <dgm:spPr/>
    </dgm:pt>
    <dgm:pt modelId="{F61AEA0D-D600-423D-A842-C01FD80F1D72}" type="pres">
      <dgm:prSet presAssocID="{03A6748F-DC2C-4A18-9B43-690B239CDA98}" presName="textRect" presStyleLbl="revTx" presStyleIdx="1" presStyleCnt="4">
        <dgm:presLayoutVars>
          <dgm:chMax val="1"/>
          <dgm:chPref val="1"/>
        </dgm:presLayoutVars>
      </dgm:prSet>
      <dgm:spPr/>
    </dgm:pt>
    <dgm:pt modelId="{AC005BAC-9319-461B-978A-7A208BA04BD8}" type="pres">
      <dgm:prSet presAssocID="{3D6E73F9-F6FB-4EE0-A81A-7EAE97606561}" presName="sibTrans" presStyleCnt="0"/>
      <dgm:spPr/>
    </dgm:pt>
    <dgm:pt modelId="{A506C0DE-59C8-4B6B-A363-5A8010818ED5}" type="pres">
      <dgm:prSet presAssocID="{98E42FB6-3EF6-4096-80BB-111087C2F0D6}" presName="compNode" presStyleCnt="0"/>
      <dgm:spPr/>
    </dgm:pt>
    <dgm:pt modelId="{52B115DA-C595-42E1-BEBF-0555BAB5D677}" type="pres">
      <dgm:prSet presAssocID="{98E42FB6-3EF6-4096-80BB-111087C2F0D6}" presName="iconBgRect" presStyleLbl="bgShp" presStyleIdx="2" presStyleCnt="4"/>
      <dgm:spPr/>
    </dgm:pt>
    <dgm:pt modelId="{53CFD9A0-58D0-435D-9B65-ADA9FFAC769D}" type="pres">
      <dgm:prSet presAssocID="{98E42FB6-3EF6-4096-80BB-111087C2F0D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4A34C2B-058D-46B4-9B1B-8DB7456398D4}" type="pres">
      <dgm:prSet presAssocID="{98E42FB6-3EF6-4096-80BB-111087C2F0D6}" presName="spaceRect" presStyleCnt="0"/>
      <dgm:spPr/>
    </dgm:pt>
    <dgm:pt modelId="{275E33E4-1A76-4A37-A058-290EEBFC4210}" type="pres">
      <dgm:prSet presAssocID="{98E42FB6-3EF6-4096-80BB-111087C2F0D6}" presName="textRect" presStyleLbl="revTx" presStyleIdx="2" presStyleCnt="4">
        <dgm:presLayoutVars>
          <dgm:chMax val="1"/>
          <dgm:chPref val="1"/>
        </dgm:presLayoutVars>
      </dgm:prSet>
      <dgm:spPr/>
    </dgm:pt>
    <dgm:pt modelId="{04142B02-C788-4E97-A2B1-66574C889AC5}" type="pres">
      <dgm:prSet presAssocID="{770EFD40-2989-45BB-8907-2A51324DBCA4}" presName="sibTrans" presStyleCnt="0"/>
      <dgm:spPr/>
    </dgm:pt>
    <dgm:pt modelId="{031F3733-4AC9-45B0-BD8A-FF1A18B8A5C7}" type="pres">
      <dgm:prSet presAssocID="{2DE777B9-FFFF-47CE-A33E-198BF2165516}" presName="compNode" presStyleCnt="0"/>
      <dgm:spPr/>
    </dgm:pt>
    <dgm:pt modelId="{8456AEFC-97B7-4C30-A43B-07931F0221AE}" type="pres">
      <dgm:prSet presAssocID="{2DE777B9-FFFF-47CE-A33E-198BF2165516}" presName="iconBgRect" presStyleLbl="bgShp" presStyleIdx="3" presStyleCnt="4"/>
      <dgm:spPr/>
    </dgm:pt>
    <dgm:pt modelId="{2201C7AB-BAA8-4E9E-919E-3F7B571E7E59}" type="pres">
      <dgm:prSet presAssocID="{2DE777B9-FFFF-47CE-A33E-198BF21655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4668FEB-38D0-4C07-B0A7-4EA1AFD7B8B2}" type="pres">
      <dgm:prSet presAssocID="{2DE777B9-FFFF-47CE-A33E-198BF2165516}" presName="spaceRect" presStyleCnt="0"/>
      <dgm:spPr/>
    </dgm:pt>
    <dgm:pt modelId="{29415D1F-764E-4784-990E-8EE5BA1D6EBB}" type="pres">
      <dgm:prSet presAssocID="{2DE777B9-FFFF-47CE-A33E-198BF21655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46D7202-3C5A-4A3C-93D5-A25AF38D3DC1}" type="presOf" srcId="{02B12CFB-CF4A-4A77-8AA5-AB1DC4BD162E}" destId="{4CD724B8-935E-496A-95D1-01954D71FC1C}" srcOrd="0" destOrd="0" presId="urn:microsoft.com/office/officeart/2018/5/layout/IconCircleLabelList"/>
    <dgm:cxn modelId="{89042007-F0C1-4303-83E4-19A9D81AED7F}" srcId="{49813825-C3F2-4478-AD47-5CF76F64EBA0}" destId="{02B12CFB-CF4A-4A77-8AA5-AB1DC4BD162E}" srcOrd="0" destOrd="0" parTransId="{A5B55E81-2DAD-421B-BD02-B2861BFFFA77}" sibTransId="{0FFF1CFC-1A50-4F2C-BBA8-E6F3EDB0A609}"/>
    <dgm:cxn modelId="{9A838209-FB3D-4C15-B28A-52A51FE40184}" srcId="{49813825-C3F2-4478-AD47-5CF76F64EBA0}" destId="{98E42FB6-3EF6-4096-80BB-111087C2F0D6}" srcOrd="2" destOrd="0" parTransId="{4B89B04D-8BA4-4458-ADF8-D50CC9DBF9F5}" sibTransId="{770EFD40-2989-45BB-8907-2A51324DBCA4}"/>
    <dgm:cxn modelId="{B66FFC19-1679-44BD-A705-1FB9F57D8B1B}" type="presOf" srcId="{98E42FB6-3EF6-4096-80BB-111087C2F0D6}" destId="{275E33E4-1A76-4A37-A058-290EEBFC4210}" srcOrd="0" destOrd="0" presId="urn:microsoft.com/office/officeart/2018/5/layout/IconCircleLabelList"/>
    <dgm:cxn modelId="{5C5BBA1B-6071-40A1-B01A-9B20230D50C3}" type="presOf" srcId="{03A6748F-DC2C-4A18-9B43-690B239CDA98}" destId="{F61AEA0D-D600-423D-A842-C01FD80F1D72}" srcOrd="0" destOrd="0" presId="urn:microsoft.com/office/officeart/2018/5/layout/IconCircleLabelList"/>
    <dgm:cxn modelId="{58062E2C-B28E-4738-8AC9-E7701490FC7B}" srcId="{49813825-C3F2-4478-AD47-5CF76F64EBA0}" destId="{2DE777B9-FFFF-47CE-A33E-198BF2165516}" srcOrd="3" destOrd="0" parTransId="{604DE38A-6B27-4E4B-88D0-A99AC92BEE44}" sibTransId="{9C32EE6C-D7C1-42BB-B659-431135088B44}"/>
    <dgm:cxn modelId="{09A7C751-D7B6-4AFC-9ABE-EB74C591B897}" type="presOf" srcId="{2DE777B9-FFFF-47CE-A33E-198BF2165516}" destId="{29415D1F-764E-4784-990E-8EE5BA1D6EBB}" srcOrd="0" destOrd="0" presId="urn:microsoft.com/office/officeart/2018/5/layout/IconCircleLabelList"/>
    <dgm:cxn modelId="{C3E539C1-0CC1-4CF7-BB72-9BD4A7967AE4}" srcId="{49813825-C3F2-4478-AD47-5CF76F64EBA0}" destId="{03A6748F-DC2C-4A18-9B43-690B239CDA98}" srcOrd="1" destOrd="0" parTransId="{39259F33-52CE-43FD-A1A3-BC598A9E9F3D}" sibTransId="{3D6E73F9-F6FB-4EE0-A81A-7EAE97606561}"/>
    <dgm:cxn modelId="{5F7CB2CB-86DF-42CE-9162-D9C943432E28}" type="presOf" srcId="{49813825-C3F2-4478-AD47-5CF76F64EBA0}" destId="{1A79426A-1CB9-4BC6-B802-E0F37E676C91}" srcOrd="0" destOrd="0" presId="urn:microsoft.com/office/officeart/2018/5/layout/IconCircleLabelList"/>
    <dgm:cxn modelId="{0CC19E26-807D-459F-A7B1-45FAF608DDC4}" type="presParOf" srcId="{1A79426A-1CB9-4BC6-B802-E0F37E676C91}" destId="{0F0E69DE-0310-47D5-ABD5-9A6E351C7774}" srcOrd="0" destOrd="0" presId="urn:microsoft.com/office/officeart/2018/5/layout/IconCircleLabelList"/>
    <dgm:cxn modelId="{21D7AC7B-984C-4E60-9AEC-468A3094DFB5}" type="presParOf" srcId="{0F0E69DE-0310-47D5-ABD5-9A6E351C7774}" destId="{6E2273D9-A03B-4711-8706-54A05E604EBB}" srcOrd="0" destOrd="0" presId="urn:microsoft.com/office/officeart/2018/5/layout/IconCircleLabelList"/>
    <dgm:cxn modelId="{883BFD45-548A-4644-89B8-3BD60A60995A}" type="presParOf" srcId="{0F0E69DE-0310-47D5-ABD5-9A6E351C7774}" destId="{1C8478F4-D407-4C5A-8BB3-5D1CB42DFF0F}" srcOrd="1" destOrd="0" presId="urn:microsoft.com/office/officeart/2018/5/layout/IconCircleLabelList"/>
    <dgm:cxn modelId="{E7AD8314-713A-469B-8036-C61BCD2EE171}" type="presParOf" srcId="{0F0E69DE-0310-47D5-ABD5-9A6E351C7774}" destId="{669FE4BC-F27A-45CE-93DE-452A0C37E7E5}" srcOrd="2" destOrd="0" presId="urn:microsoft.com/office/officeart/2018/5/layout/IconCircleLabelList"/>
    <dgm:cxn modelId="{ABCFB291-CE98-488A-A655-424F18B7FDD5}" type="presParOf" srcId="{0F0E69DE-0310-47D5-ABD5-9A6E351C7774}" destId="{4CD724B8-935E-496A-95D1-01954D71FC1C}" srcOrd="3" destOrd="0" presId="urn:microsoft.com/office/officeart/2018/5/layout/IconCircleLabelList"/>
    <dgm:cxn modelId="{15344AAC-7EE8-4D3C-9256-F5E397FF0681}" type="presParOf" srcId="{1A79426A-1CB9-4BC6-B802-E0F37E676C91}" destId="{C1D03244-E42E-46BF-8304-025F06DA2BAA}" srcOrd="1" destOrd="0" presId="urn:microsoft.com/office/officeart/2018/5/layout/IconCircleLabelList"/>
    <dgm:cxn modelId="{23253C3D-2DFE-4FBB-B3A8-6B2BC0B3CDC5}" type="presParOf" srcId="{1A79426A-1CB9-4BC6-B802-E0F37E676C91}" destId="{C7594482-01EA-455E-8723-6D920D1EEEE7}" srcOrd="2" destOrd="0" presId="urn:microsoft.com/office/officeart/2018/5/layout/IconCircleLabelList"/>
    <dgm:cxn modelId="{7D1F08D2-9A68-4BBD-8591-9C55FD1592FD}" type="presParOf" srcId="{C7594482-01EA-455E-8723-6D920D1EEEE7}" destId="{D9C59582-6D0F-496C-B5EB-6AB470C7D5BC}" srcOrd="0" destOrd="0" presId="urn:microsoft.com/office/officeart/2018/5/layout/IconCircleLabelList"/>
    <dgm:cxn modelId="{B01F8C87-A62D-4686-B5B5-1A76639BAAF7}" type="presParOf" srcId="{C7594482-01EA-455E-8723-6D920D1EEEE7}" destId="{FB72A6DA-27E7-4BD5-A173-EB24BDE5A59A}" srcOrd="1" destOrd="0" presId="urn:microsoft.com/office/officeart/2018/5/layout/IconCircleLabelList"/>
    <dgm:cxn modelId="{31E9FF70-DB61-454F-ABEB-09A8F7061D86}" type="presParOf" srcId="{C7594482-01EA-455E-8723-6D920D1EEEE7}" destId="{813DAF65-0757-42CE-B4F2-8A273B0D47D0}" srcOrd="2" destOrd="0" presId="urn:microsoft.com/office/officeart/2018/5/layout/IconCircleLabelList"/>
    <dgm:cxn modelId="{50AFCFF5-9FD2-4396-A983-6D503E122E96}" type="presParOf" srcId="{C7594482-01EA-455E-8723-6D920D1EEEE7}" destId="{F61AEA0D-D600-423D-A842-C01FD80F1D72}" srcOrd="3" destOrd="0" presId="urn:microsoft.com/office/officeart/2018/5/layout/IconCircleLabelList"/>
    <dgm:cxn modelId="{60B96B66-90B4-411A-9430-1072313F9A6B}" type="presParOf" srcId="{1A79426A-1CB9-4BC6-B802-E0F37E676C91}" destId="{AC005BAC-9319-461B-978A-7A208BA04BD8}" srcOrd="3" destOrd="0" presId="urn:microsoft.com/office/officeart/2018/5/layout/IconCircleLabelList"/>
    <dgm:cxn modelId="{48544C2B-D16A-4CE6-BDD9-B01A1C724232}" type="presParOf" srcId="{1A79426A-1CB9-4BC6-B802-E0F37E676C91}" destId="{A506C0DE-59C8-4B6B-A363-5A8010818ED5}" srcOrd="4" destOrd="0" presId="urn:microsoft.com/office/officeart/2018/5/layout/IconCircleLabelList"/>
    <dgm:cxn modelId="{34CD78E6-2A9B-4093-86B3-0675CB29A6DF}" type="presParOf" srcId="{A506C0DE-59C8-4B6B-A363-5A8010818ED5}" destId="{52B115DA-C595-42E1-BEBF-0555BAB5D677}" srcOrd="0" destOrd="0" presId="urn:microsoft.com/office/officeart/2018/5/layout/IconCircleLabelList"/>
    <dgm:cxn modelId="{DC937195-1FBE-4B7C-B784-B0ACB544C20D}" type="presParOf" srcId="{A506C0DE-59C8-4B6B-A363-5A8010818ED5}" destId="{53CFD9A0-58D0-435D-9B65-ADA9FFAC769D}" srcOrd="1" destOrd="0" presId="urn:microsoft.com/office/officeart/2018/5/layout/IconCircleLabelList"/>
    <dgm:cxn modelId="{CA383AA2-693B-4B32-BEED-ABFAD33B6429}" type="presParOf" srcId="{A506C0DE-59C8-4B6B-A363-5A8010818ED5}" destId="{E4A34C2B-058D-46B4-9B1B-8DB7456398D4}" srcOrd="2" destOrd="0" presId="urn:microsoft.com/office/officeart/2018/5/layout/IconCircleLabelList"/>
    <dgm:cxn modelId="{EF6DD309-1FF9-4F63-8F73-B0D1F32A0BC0}" type="presParOf" srcId="{A506C0DE-59C8-4B6B-A363-5A8010818ED5}" destId="{275E33E4-1A76-4A37-A058-290EEBFC4210}" srcOrd="3" destOrd="0" presId="urn:microsoft.com/office/officeart/2018/5/layout/IconCircleLabelList"/>
    <dgm:cxn modelId="{285B4077-3D84-4B28-9825-4F10F873C480}" type="presParOf" srcId="{1A79426A-1CB9-4BC6-B802-E0F37E676C91}" destId="{04142B02-C788-4E97-A2B1-66574C889AC5}" srcOrd="5" destOrd="0" presId="urn:microsoft.com/office/officeart/2018/5/layout/IconCircleLabelList"/>
    <dgm:cxn modelId="{9BA954AE-3473-4F0A-B47B-4B2FDF8BD6FA}" type="presParOf" srcId="{1A79426A-1CB9-4BC6-B802-E0F37E676C91}" destId="{031F3733-4AC9-45B0-BD8A-FF1A18B8A5C7}" srcOrd="6" destOrd="0" presId="urn:microsoft.com/office/officeart/2018/5/layout/IconCircleLabelList"/>
    <dgm:cxn modelId="{4011978B-764E-446C-9C1F-CA87B1AC12E2}" type="presParOf" srcId="{031F3733-4AC9-45B0-BD8A-FF1A18B8A5C7}" destId="{8456AEFC-97B7-4C30-A43B-07931F0221AE}" srcOrd="0" destOrd="0" presId="urn:microsoft.com/office/officeart/2018/5/layout/IconCircleLabelList"/>
    <dgm:cxn modelId="{95F38451-9799-4589-9A93-7E02428122FD}" type="presParOf" srcId="{031F3733-4AC9-45B0-BD8A-FF1A18B8A5C7}" destId="{2201C7AB-BAA8-4E9E-919E-3F7B571E7E59}" srcOrd="1" destOrd="0" presId="urn:microsoft.com/office/officeart/2018/5/layout/IconCircleLabelList"/>
    <dgm:cxn modelId="{EB6DAE0B-B571-4C43-9986-F407833AC266}" type="presParOf" srcId="{031F3733-4AC9-45B0-BD8A-FF1A18B8A5C7}" destId="{54668FEB-38D0-4C07-B0A7-4EA1AFD7B8B2}" srcOrd="2" destOrd="0" presId="urn:microsoft.com/office/officeart/2018/5/layout/IconCircleLabelList"/>
    <dgm:cxn modelId="{0D04372F-7951-42DF-A9CE-1FB6F6FD4C5A}" type="presParOf" srcId="{031F3733-4AC9-45B0-BD8A-FF1A18B8A5C7}" destId="{29415D1F-764E-4784-990E-8EE5BA1D6EB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D48F56-C060-4D6A-B78C-E7EE9408AA07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95E2864-504F-4E86-9E56-B0216ECCCA78}">
      <dgm:prSet/>
      <dgm:spPr/>
      <dgm:t>
        <a:bodyPr/>
        <a:lstStyle/>
        <a:p>
          <a:r>
            <a:rPr lang="en-US"/>
            <a:t>OpenAI: System cards, safety evaluations, transparency reports.</a:t>
          </a:r>
        </a:p>
      </dgm:t>
    </dgm:pt>
    <dgm:pt modelId="{96F0C219-D954-4E4D-9EE6-632CFEECB4E6}" type="parTrans" cxnId="{5154C0A4-7E6F-4D0B-B2E7-517BDE8B176F}">
      <dgm:prSet/>
      <dgm:spPr/>
      <dgm:t>
        <a:bodyPr/>
        <a:lstStyle/>
        <a:p>
          <a:endParaRPr lang="en-US"/>
        </a:p>
      </dgm:t>
    </dgm:pt>
    <dgm:pt modelId="{AF601FE2-D5AB-425E-9C94-9E4C9BB30617}" type="sibTrans" cxnId="{5154C0A4-7E6F-4D0B-B2E7-517BDE8B176F}">
      <dgm:prSet/>
      <dgm:spPr/>
      <dgm:t>
        <a:bodyPr/>
        <a:lstStyle/>
        <a:p>
          <a:endParaRPr lang="en-US"/>
        </a:p>
      </dgm:t>
    </dgm:pt>
    <dgm:pt modelId="{3456C9CC-B8F8-4D9B-A97F-76C027277260}">
      <dgm:prSet/>
      <dgm:spPr/>
      <dgm:t>
        <a:bodyPr/>
        <a:lstStyle/>
        <a:p>
          <a:r>
            <a:rPr lang="en-US"/>
            <a:t>Anthropic: Constitutional AI, interpretability research.</a:t>
          </a:r>
        </a:p>
      </dgm:t>
    </dgm:pt>
    <dgm:pt modelId="{075B27D7-254B-4941-BBAD-54A26D53BEE6}" type="parTrans" cxnId="{AB1DF8E9-874C-4AA4-B3DD-7E15F36ABE1B}">
      <dgm:prSet/>
      <dgm:spPr/>
      <dgm:t>
        <a:bodyPr/>
        <a:lstStyle/>
        <a:p>
          <a:endParaRPr lang="en-US"/>
        </a:p>
      </dgm:t>
    </dgm:pt>
    <dgm:pt modelId="{FAD8748D-A7FB-4868-8433-6BD2413B61B0}" type="sibTrans" cxnId="{AB1DF8E9-874C-4AA4-B3DD-7E15F36ABE1B}">
      <dgm:prSet/>
      <dgm:spPr/>
      <dgm:t>
        <a:bodyPr/>
        <a:lstStyle/>
        <a:p>
          <a:endParaRPr lang="en-US"/>
        </a:p>
      </dgm:t>
    </dgm:pt>
    <dgm:pt modelId="{A99D9398-FE66-41A8-AAC8-6A16A956F137}">
      <dgm:prSet/>
      <dgm:spPr/>
      <dgm:t>
        <a:bodyPr/>
        <a:lstStyle/>
        <a:p>
          <a:r>
            <a:rPr lang="en-US"/>
            <a:t>Google/DeepMind: Responsible AI tools, risk taxonomies.</a:t>
          </a:r>
        </a:p>
      </dgm:t>
    </dgm:pt>
    <dgm:pt modelId="{20C66F6E-F4E8-48B8-B7BB-84C2E96EF706}" type="parTrans" cxnId="{D0CC408A-524F-4EAC-9559-1A89764206F2}">
      <dgm:prSet/>
      <dgm:spPr/>
      <dgm:t>
        <a:bodyPr/>
        <a:lstStyle/>
        <a:p>
          <a:endParaRPr lang="en-US"/>
        </a:p>
      </dgm:t>
    </dgm:pt>
    <dgm:pt modelId="{F102CA46-7DEB-4405-9B5B-BB9924C5D211}" type="sibTrans" cxnId="{D0CC408A-524F-4EAC-9559-1A89764206F2}">
      <dgm:prSet/>
      <dgm:spPr/>
      <dgm:t>
        <a:bodyPr/>
        <a:lstStyle/>
        <a:p>
          <a:endParaRPr lang="en-US"/>
        </a:p>
      </dgm:t>
    </dgm:pt>
    <dgm:pt modelId="{A916F4C0-6D64-40A4-A656-F0175AB6E353}">
      <dgm:prSet/>
      <dgm:spPr/>
      <dgm:t>
        <a:bodyPr/>
        <a:lstStyle/>
        <a:p>
          <a:r>
            <a:rPr lang="en-US"/>
            <a:t>Meta: Model cards, responsible use guidelines for LLaMA.</a:t>
          </a:r>
        </a:p>
      </dgm:t>
    </dgm:pt>
    <dgm:pt modelId="{7CF30E59-3AD9-49D5-8950-54728A6409A5}" type="parTrans" cxnId="{7812320A-5F0C-4F60-A223-AE71BC6FDDB5}">
      <dgm:prSet/>
      <dgm:spPr/>
      <dgm:t>
        <a:bodyPr/>
        <a:lstStyle/>
        <a:p>
          <a:endParaRPr lang="en-US"/>
        </a:p>
      </dgm:t>
    </dgm:pt>
    <dgm:pt modelId="{561B0220-4BF7-4D9B-B965-BF88A31DFA91}" type="sibTrans" cxnId="{7812320A-5F0C-4F60-A223-AE71BC6FDDB5}">
      <dgm:prSet/>
      <dgm:spPr/>
      <dgm:t>
        <a:bodyPr/>
        <a:lstStyle/>
        <a:p>
          <a:endParaRPr lang="en-US"/>
        </a:p>
      </dgm:t>
    </dgm:pt>
    <dgm:pt modelId="{F1367405-0430-4BDB-9293-C754C9CE766F}" type="pres">
      <dgm:prSet presAssocID="{A9D48F56-C060-4D6A-B78C-E7EE9408AA07}" presName="matrix" presStyleCnt="0">
        <dgm:presLayoutVars>
          <dgm:chMax val="1"/>
          <dgm:dir/>
          <dgm:resizeHandles val="exact"/>
        </dgm:presLayoutVars>
      </dgm:prSet>
      <dgm:spPr/>
    </dgm:pt>
    <dgm:pt modelId="{80CD49AB-CAEE-401B-B183-D0D6F2F83EB8}" type="pres">
      <dgm:prSet presAssocID="{A9D48F56-C060-4D6A-B78C-E7EE9408AA07}" presName="diamond" presStyleLbl="bgShp" presStyleIdx="0" presStyleCnt="1"/>
      <dgm:spPr/>
    </dgm:pt>
    <dgm:pt modelId="{36B85FB3-7DD6-4E26-9B3B-A8C0CA27B94C}" type="pres">
      <dgm:prSet presAssocID="{A9D48F56-C060-4D6A-B78C-E7EE9408AA0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063C83-3D81-4C6C-B139-9B16D67E181C}" type="pres">
      <dgm:prSet presAssocID="{A9D48F56-C060-4D6A-B78C-E7EE9408AA0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54009C7-4B85-41E2-B559-4B2BED42FA36}" type="pres">
      <dgm:prSet presAssocID="{A9D48F56-C060-4D6A-B78C-E7EE9408AA0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881B52F-3B3B-4D7C-BC5A-C3DF9C4E444C}" type="pres">
      <dgm:prSet presAssocID="{A9D48F56-C060-4D6A-B78C-E7EE9408AA0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812320A-5F0C-4F60-A223-AE71BC6FDDB5}" srcId="{A9D48F56-C060-4D6A-B78C-E7EE9408AA07}" destId="{A916F4C0-6D64-40A4-A656-F0175AB6E353}" srcOrd="3" destOrd="0" parTransId="{7CF30E59-3AD9-49D5-8950-54728A6409A5}" sibTransId="{561B0220-4BF7-4D9B-B965-BF88A31DFA91}"/>
    <dgm:cxn modelId="{4C092E25-45DA-4A54-9AE1-B04A9A38E274}" type="presOf" srcId="{3456C9CC-B8F8-4D9B-A97F-76C027277260}" destId="{D4063C83-3D81-4C6C-B139-9B16D67E181C}" srcOrd="0" destOrd="0" presId="urn:microsoft.com/office/officeart/2005/8/layout/matrix3"/>
    <dgm:cxn modelId="{7264BB88-88E7-47BC-9107-80662529DF4F}" type="presOf" srcId="{A916F4C0-6D64-40A4-A656-F0175AB6E353}" destId="{8881B52F-3B3B-4D7C-BC5A-C3DF9C4E444C}" srcOrd="0" destOrd="0" presId="urn:microsoft.com/office/officeart/2005/8/layout/matrix3"/>
    <dgm:cxn modelId="{D0CC408A-524F-4EAC-9559-1A89764206F2}" srcId="{A9D48F56-C060-4D6A-B78C-E7EE9408AA07}" destId="{A99D9398-FE66-41A8-AAC8-6A16A956F137}" srcOrd="2" destOrd="0" parTransId="{20C66F6E-F4E8-48B8-B7BB-84C2E96EF706}" sibTransId="{F102CA46-7DEB-4405-9B5B-BB9924C5D211}"/>
    <dgm:cxn modelId="{F22FFB91-1F55-4BAF-B557-08AF452D0F1D}" type="presOf" srcId="{A9D48F56-C060-4D6A-B78C-E7EE9408AA07}" destId="{F1367405-0430-4BDB-9293-C754C9CE766F}" srcOrd="0" destOrd="0" presId="urn:microsoft.com/office/officeart/2005/8/layout/matrix3"/>
    <dgm:cxn modelId="{5154C0A4-7E6F-4D0B-B2E7-517BDE8B176F}" srcId="{A9D48F56-C060-4D6A-B78C-E7EE9408AA07}" destId="{395E2864-504F-4E86-9E56-B0216ECCCA78}" srcOrd="0" destOrd="0" parTransId="{96F0C219-D954-4E4D-9EE6-632CFEECB4E6}" sibTransId="{AF601FE2-D5AB-425E-9C94-9E4C9BB30617}"/>
    <dgm:cxn modelId="{A260DDB8-FDA2-41AA-BEBC-E2791DE36839}" type="presOf" srcId="{A99D9398-FE66-41A8-AAC8-6A16A956F137}" destId="{954009C7-4B85-41E2-B559-4B2BED42FA36}" srcOrd="0" destOrd="0" presId="urn:microsoft.com/office/officeart/2005/8/layout/matrix3"/>
    <dgm:cxn modelId="{AB1DF8E9-874C-4AA4-B3DD-7E15F36ABE1B}" srcId="{A9D48F56-C060-4D6A-B78C-E7EE9408AA07}" destId="{3456C9CC-B8F8-4D9B-A97F-76C027277260}" srcOrd="1" destOrd="0" parTransId="{075B27D7-254B-4941-BBAD-54A26D53BEE6}" sibTransId="{FAD8748D-A7FB-4868-8433-6BD2413B61B0}"/>
    <dgm:cxn modelId="{9585C9FB-1B48-4250-AD00-17382FEEDE74}" type="presOf" srcId="{395E2864-504F-4E86-9E56-B0216ECCCA78}" destId="{36B85FB3-7DD6-4E26-9B3B-A8C0CA27B94C}" srcOrd="0" destOrd="0" presId="urn:microsoft.com/office/officeart/2005/8/layout/matrix3"/>
    <dgm:cxn modelId="{9659D889-41BE-42B5-B36C-6D572B3AC268}" type="presParOf" srcId="{F1367405-0430-4BDB-9293-C754C9CE766F}" destId="{80CD49AB-CAEE-401B-B183-D0D6F2F83EB8}" srcOrd="0" destOrd="0" presId="urn:microsoft.com/office/officeart/2005/8/layout/matrix3"/>
    <dgm:cxn modelId="{F5E3ABEE-6ED9-4F9E-AE9E-D0F84A5E4824}" type="presParOf" srcId="{F1367405-0430-4BDB-9293-C754C9CE766F}" destId="{36B85FB3-7DD6-4E26-9B3B-A8C0CA27B94C}" srcOrd="1" destOrd="0" presId="urn:microsoft.com/office/officeart/2005/8/layout/matrix3"/>
    <dgm:cxn modelId="{1EA746E5-754D-4690-9B57-776635FAAA7D}" type="presParOf" srcId="{F1367405-0430-4BDB-9293-C754C9CE766F}" destId="{D4063C83-3D81-4C6C-B139-9B16D67E181C}" srcOrd="2" destOrd="0" presId="urn:microsoft.com/office/officeart/2005/8/layout/matrix3"/>
    <dgm:cxn modelId="{F0A6A05D-615A-4F7B-822D-3D25A17D668A}" type="presParOf" srcId="{F1367405-0430-4BDB-9293-C754C9CE766F}" destId="{954009C7-4B85-41E2-B559-4B2BED42FA36}" srcOrd="3" destOrd="0" presId="urn:microsoft.com/office/officeart/2005/8/layout/matrix3"/>
    <dgm:cxn modelId="{B6CA8C94-5687-4C91-8793-0A0DB99E8C81}" type="presParOf" srcId="{F1367405-0430-4BDB-9293-C754C9CE766F}" destId="{8881B52F-3B3B-4D7C-BC5A-C3DF9C4E444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6EE60C-EDA8-4F2F-AC46-66D3A4EA359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10164C-6F7B-466B-A324-04EDD465CF4A}">
      <dgm:prSet/>
      <dgm:spPr/>
      <dgm:t>
        <a:bodyPr/>
        <a:lstStyle/>
        <a:p>
          <a:r>
            <a:rPr lang="en-US"/>
            <a:t>• Explainability reveals model behavior.</a:t>
          </a:r>
        </a:p>
      </dgm:t>
    </dgm:pt>
    <dgm:pt modelId="{C65D423D-6098-4644-8F09-21FFF7C78C9F}" type="parTrans" cxnId="{372187E2-5650-42F8-AD5A-36BB09C6A136}">
      <dgm:prSet/>
      <dgm:spPr/>
      <dgm:t>
        <a:bodyPr/>
        <a:lstStyle/>
        <a:p>
          <a:endParaRPr lang="en-US"/>
        </a:p>
      </dgm:t>
    </dgm:pt>
    <dgm:pt modelId="{B5C992F7-75A3-4D4D-B7F9-20F3AA063908}" type="sibTrans" cxnId="{372187E2-5650-42F8-AD5A-36BB09C6A136}">
      <dgm:prSet/>
      <dgm:spPr/>
      <dgm:t>
        <a:bodyPr/>
        <a:lstStyle/>
        <a:p>
          <a:endParaRPr lang="en-US"/>
        </a:p>
      </dgm:t>
    </dgm:pt>
    <dgm:pt modelId="{60C2CF70-C929-44B9-AABA-4000E2CED532}">
      <dgm:prSet/>
      <dgm:spPr/>
      <dgm:t>
        <a:bodyPr/>
        <a:lstStyle/>
        <a:p>
          <a:r>
            <a:rPr lang="en-US"/>
            <a:t>• Validation confirms reliability and performance.</a:t>
          </a:r>
        </a:p>
      </dgm:t>
    </dgm:pt>
    <dgm:pt modelId="{0AAA81C3-EFEC-4EAA-871F-BE339FBF7A47}" type="parTrans" cxnId="{9758F2B4-65DA-45BF-81FC-42B4C44AF277}">
      <dgm:prSet/>
      <dgm:spPr/>
      <dgm:t>
        <a:bodyPr/>
        <a:lstStyle/>
        <a:p>
          <a:endParaRPr lang="en-US"/>
        </a:p>
      </dgm:t>
    </dgm:pt>
    <dgm:pt modelId="{34A5CB80-095C-435E-A10A-9A0E8E6B00F4}" type="sibTrans" cxnId="{9758F2B4-65DA-45BF-81FC-42B4C44AF277}">
      <dgm:prSet/>
      <dgm:spPr/>
      <dgm:t>
        <a:bodyPr/>
        <a:lstStyle/>
        <a:p>
          <a:endParaRPr lang="en-US"/>
        </a:p>
      </dgm:t>
    </dgm:pt>
    <dgm:pt modelId="{AEDC504E-1B54-47E2-8354-4F3FADECA505}">
      <dgm:prSet/>
      <dgm:spPr/>
      <dgm:t>
        <a:bodyPr/>
        <a:lstStyle/>
        <a:p>
          <a:r>
            <a:rPr lang="en-US"/>
            <a:t>• Metrics quantify accuracy, fairness, safety.</a:t>
          </a:r>
        </a:p>
      </dgm:t>
    </dgm:pt>
    <dgm:pt modelId="{25EA6220-D1F9-4B2B-B499-26DFCEA13C40}" type="parTrans" cxnId="{3E7CDE13-67C0-4091-8563-1B8DF3DA85B5}">
      <dgm:prSet/>
      <dgm:spPr/>
      <dgm:t>
        <a:bodyPr/>
        <a:lstStyle/>
        <a:p>
          <a:endParaRPr lang="en-US"/>
        </a:p>
      </dgm:t>
    </dgm:pt>
    <dgm:pt modelId="{25EFD9C9-89C4-475E-BCB1-35EB5B910C11}" type="sibTrans" cxnId="{3E7CDE13-67C0-4091-8563-1B8DF3DA85B5}">
      <dgm:prSet/>
      <dgm:spPr/>
      <dgm:t>
        <a:bodyPr/>
        <a:lstStyle/>
        <a:p>
          <a:endParaRPr lang="en-US"/>
        </a:p>
      </dgm:t>
    </dgm:pt>
    <dgm:pt modelId="{83C0A877-624D-49A6-AD5C-CCD11A0FC75F}">
      <dgm:prSet/>
      <dgm:spPr/>
      <dgm:t>
        <a:bodyPr/>
        <a:lstStyle/>
        <a:p>
          <a:r>
            <a:rPr lang="en-US"/>
            <a:t>• Combined approach results in trustworthy AI systems.</a:t>
          </a:r>
        </a:p>
      </dgm:t>
    </dgm:pt>
    <dgm:pt modelId="{0DFAA60C-F0AE-4151-8B33-9347A4A0353E}" type="parTrans" cxnId="{A76FC243-E3D5-4E2C-8753-EED7A615EB56}">
      <dgm:prSet/>
      <dgm:spPr/>
      <dgm:t>
        <a:bodyPr/>
        <a:lstStyle/>
        <a:p>
          <a:endParaRPr lang="en-US"/>
        </a:p>
      </dgm:t>
    </dgm:pt>
    <dgm:pt modelId="{2B701B1F-5525-4A03-92B6-25B5984E440B}" type="sibTrans" cxnId="{A76FC243-E3D5-4E2C-8753-EED7A615EB56}">
      <dgm:prSet/>
      <dgm:spPr/>
      <dgm:t>
        <a:bodyPr/>
        <a:lstStyle/>
        <a:p>
          <a:endParaRPr lang="en-US"/>
        </a:p>
      </dgm:t>
    </dgm:pt>
    <dgm:pt modelId="{8A2E1D30-F0E5-45A2-89DC-E2BFD181258A}" type="pres">
      <dgm:prSet presAssocID="{1D6EE60C-EDA8-4F2F-AC46-66D3A4EA3590}" presName="diagram" presStyleCnt="0">
        <dgm:presLayoutVars>
          <dgm:dir/>
          <dgm:resizeHandles val="exact"/>
        </dgm:presLayoutVars>
      </dgm:prSet>
      <dgm:spPr/>
    </dgm:pt>
    <dgm:pt modelId="{41976980-8389-4752-897A-FF723E77146C}" type="pres">
      <dgm:prSet presAssocID="{1510164C-6F7B-466B-A324-04EDD465CF4A}" presName="node" presStyleLbl="node1" presStyleIdx="0" presStyleCnt="4">
        <dgm:presLayoutVars>
          <dgm:bulletEnabled val="1"/>
        </dgm:presLayoutVars>
      </dgm:prSet>
      <dgm:spPr/>
    </dgm:pt>
    <dgm:pt modelId="{43ED894A-BFC7-4F0F-8B41-A95BDA830981}" type="pres">
      <dgm:prSet presAssocID="{B5C992F7-75A3-4D4D-B7F9-20F3AA063908}" presName="sibTrans" presStyleCnt="0"/>
      <dgm:spPr/>
    </dgm:pt>
    <dgm:pt modelId="{82E50F37-0EB0-4AF3-AA41-BC7FBE69FFCC}" type="pres">
      <dgm:prSet presAssocID="{60C2CF70-C929-44B9-AABA-4000E2CED532}" presName="node" presStyleLbl="node1" presStyleIdx="1" presStyleCnt="4">
        <dgm:presLayoutVars>
          <dgm:bulletEnabled val="1"/>
        </dgm:presLayoutVars>
      </dgm:prSet>
      <dgm:spPr/>
    </dgm:pt>
    <dgm:pt modelId="{6898957D-65D5-495A-96AE-CFA21078F8BC}" type="pres">
      <dgm:prSet presAssocID="{34A5CB80-095C-435E-A10A-9A0E8E6B00F4}" presName="sibTrans" presStyleCnt="0"/>
      <dgm:spPr/>
    </dgm:pt>
    <dgm:pt modelId="{E2F4960A-99E5-4E9F-A729-0DF73689A4BD}" type="pres">
      <dgm:prSet presAssocID="{AEDC504E-1B54-47E2-8354-4F3FADECA505}" presName="node" presStyleLbl="node1" presStyleIdx="2" presStyleCnt="4">
        <dgm:presLayoutVars>
          <dgm:bulletEnabled val="1"/>
        </dgm:presLayoutVars>
      </dgm:prSet>
      <dgm:spPr/>
    </dgm:pt>
    <dgm:pt modelId="{D1F93090-0395-4808-89BC-75864EA4962B}" type="pres">
      <dgm:prSet presAssocID="{25EFD9C9-89C4-475E-BCB1-35EB5B910C11}" presName="sibTrans" presStyleCnt="0"/>
      <dgm:spPr/>
    </dgm:pt>
    <dgm:pt modelId="{A24B513C-041A-44F8-AE7D-48B646CCA17A}" type="pres">
      <dgm:prSet presAssocID="{83C0A877-624D-49A6-AD5C-CCD11A0FC75F}" presName="node" presStyleLbl="node1" presStyleIdx="3" presStyleCnt="4">
        <dgm:presLayoutVars>
          <dgm:bulletEnabled val="1"/>
        </dgm:presLayoutVars>
      </dgm:prSet>
      <dgm:spPr/>
    </dgm:pt>
  </dgm:ptLst>
  <dgm:cxnLst>
    <dgm:cxn modelId="{696FD603-BD27-457B-B173-82B8F164CCDA}" type="presOf" srcId="{1D6EE60C-EDA8-4F2F-AC46-66D3A4EA3590}" destId="{8A2E1D30-F0E5-45A2-89DC-E2BFD181258A}" srcOrd="0" destOrd="0" presId="urn:microsoft.com/office/officeart/2005/8/layout/default"/>
    <dgm:cxn modelId="{3E7CDE13-67C0-4091-8563-1B8DF3DA85B5}" srcId="{1D6EE60C-EDA8-4F2F-AC46-66D3A4EA3590}" destId="{AEDC504E-1B54-47E2-8354-4F3FADECA505}" srcOrd="2" destOrd="0" parTransId="{25EA6220-D1F9-4B2B-B499-26DFCEA13C40}" sibTransId="{25EFD9C9-89C4-475E-BCB1-35EB5B910C11}"/>
    <dgm:cxn modelId="{3C33FD5D-F7EA-4AC8-BE8C-CE234556E18A}" type="presOf" srcId="{60C2CF70-C929-44B9-AABA-4000E2CED532}" destId="{82E50F37-0EB0-4AF3-AA41-BC7FBE69FFCC}" srcOrd="0" destOrd="0" presId="urn:microsoft.com/office/officeart/2005/8/layout/default"/>
    <dgm:cxn modelId="{A76FC243-E3D5-4E2C-8753-EED7A615EB56}" srcId="{1D6EE60C-EDA8-4F2F-AC46-66D3A4EA3590}" destId="{83C0A877-624D-49A6-AD5C-CCD11A0FC75F}" srcOrd="3" destOrd="0" parTransId="{0DFAA60C-F0AE-4151-8B33-9347A4A0353E}" sibTransId="{2B701B1F-5525-4A03-92B6-25B5984E440B}"/>
    <dgm:cxn modelId="{9758F2B4-65DA-45BF-81FC-42B4C44AF277}" srcId="{1D6EE60C-EDA8-4F2F-AC46-66D3A4EA3590}" destId="{60C2CF70-C929-44B9-AABA-4000E2CED532}" srcOrd="1" destOrd="0" parTransId="{0AAA81C3-EFEC-4EAA-871F-BE339FBF7A47}" sibTransId="{34A5CB80-095C-435E-A10A-9A0E8E6B00F4}"/>
    <dgm:cxn modelId="{F5A29BCB-3410-4D62-B153-4553CF7A9EF2}" type="presOf" srcId="{AEDC504E-1B54-47E2-8354-4F3FADECA505}" destId="{E2F4960A-99E5-4E9F-A729-0DF73689A4BD}" srcOrd="0" destOrd="0" presId="urn:microsoft.com/office/officeart/2005/8/layout/default"/>
    <dgm:cxn modelId="{F095DCDD-982D-4896-AA07-1A59F15AEE8A}" type="presOf" srcId="{83C0A877-624D-49A6-AD5C-CCD11A0FC75F}" destId="{A24B513C-041A-44F8-AE7D-48B646CCA17A}" srcOrd="0" destOrd="0" presId="urn:microsoft.com/office/officeart/2005/8/layout/default"/>
    <dgm:cxn modelId="{372187E2-5650-42F8-AD5A-36BB09C6A136}" srcId="{1D6EE60C-EDA8-4F2F-AC46-66D3A4EA3590}" destId="{1510164C-6F7B-466B-A324-04EDD465CF4A}" srcOrd="0" destOrd="0" parTransId="{C65D423D-6098-4644-8F09-21FFF7C78C9F}" sibTransId="{B5C992F7-75A3-4D4D-B7F9-20F3AA063908}"/>
    <dgm:cxn modelId="{0B7DA6EA-3F3B-4A0D-84A6-2E653D6CDC6A}" type="presOf" srcId="{1510164C-6F7B-466B-A324-04EDD465CF4A}" destId="{41976980-8389-4752-897A-FF723E77146C}" srcOrd="0" destOrd="0" presId="urn:microsoft.com/office/officeart/2005/8/layout/default"/>
    <dgm:cxn modelId="{85F5AC32-32A2-4CA1-A58D-76E3DC6D16D0}" type="presParOf" srcId="{8A2E1D30-F0E5-45A2-89DC-E2BFD181258A}" destId="{41976980-8389-4752-897A-FF723E77146C}" srcOrd="0" destOrd="0" presId="urn:microsoft.com/office/officeart/2005/8/layout/default"/>
    <dgm:cxn modelId="{1A944C43-13F0-4C89-84B9-741B30082427}" type="presParOf" srcId="{8A2E1D30-F0E5-45A2-89DC-E2BFD181258A}" destId="{43ED894A-BFC7-4F0F-8B41-A95BDA830981}" srcOrd="1" destOrd="0" presId="urn:microsoft.com/office/officeart/2005/8/layout/default"/>
    <dgm:cxn modelId="{5C686E4F-7412-41EA-AD39-402D14B5802A}" type="presParOf" srcId="{8A2E1D30-F0E5-45A2-89DC-E2BFD181258A}" destId="{82E50F37-0EB0-4AF3-AA41-BC7FBE69FFCC}" srcOrd="2" destOrd="0" presId="urn:microsoft.com/office/officeart/2005/8/layout/default"/>
    <dgm:cxn modelId="{FC9693B3-B59F-4BD5-88B3-50487DFCF5FA}" type="presParOf" srcId="{8A2E1D30-F0E5-45A2-89DC-E2BFD181258A}" destId="{6898957D-65D5-495A-96AE-CFA21078F8BC}" srcOrd="3" destOrd="0" presId="urn:microsoft.com/office/officeart/2005/8/layout/default"/>
    <dgm:cxn modelId="{D0F9552B-7E2E-4CEE-8671-6B381734BC39}" type="presParOf" srcId="{8A2E1D30-F0E5-45A2-89DC-E2BFD181258A}" destId="{E2F4960A-99E5-4E9F-A729-0DF73689A4BD}" srcOrd="4" destOrd="0" presId="urn:microsoft.com/office/officeart/2005/8/layout/default"/>
    <dgm:cxn modelId="{40613797-9E97-4C90-927C-9493ECFC7043}" type="presParOf" srcId="{8A2E1D30-F0E5-45A2-89DC-E2BFD181258A}" destId="{D1F93090-0395-4808-89BC-75864EA4962B}" srcOrd="5" destOrd="0" presId="urn:microsoft.com/office/officeart/2005/8/layout/default"/>
    <dgm:cxn modelId="{800F58F1-0C21-4D4F-A95F-F55430CBA633}" type="presParOf" srcId="{8A2E1D30-F0E5-45A2-89DC-E2BFD181258A}" destId="{A24B513C-041A-44F8-AE7D-48B646CCA17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E9225-B5CC-46AA-AD16-266F4C0A3A10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F044C-4544-4111-A2A8-5538873A2B43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FF047-365D-4935-BE3F-283E5FC7BD37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LLMs (GPT, Claude, Gemini, LLaMA) influence decisions in banking, healthcare, law.</a:t>
          </a:r>
        </a:p>
      </dsp:txBody>
      <dsp:txXfrm>
        <a:off x="2092" y="2524067"/>
        <a:ext cx="1741992" cy="696796"/>
      </dsp:txXfrm>
    </dsp:sp>
    <dsp:sp modelId="{5366CBC3-451B-47CF-8950-869C2BFB1F7A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7D288-FAB0-43A2-B559-CD1E0B79DBC4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29287-6561-461B-AFDA-8156D9C82220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Transparency is required for trust, safety, compliance.</a:t>
          </a:r>
        </a:p>
      </dsp:txBody>
      <dsp:txXfrm>
        <a:off x="2048933" y="2524067"/>
        <a:ext cx="1741992" cy="696796"/>
      </dsp:txXfrm>
    </dsp:sp>
    <dsp:sp modelId="{C15C8AFE-4938-4AB7-A250-7B0C85DB7B9F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C4991-8693-442C-BAFA-B8E0C8A1121E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D90F0-F501-4AAF-8062-B4FDE0426573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Explainable AI helps humans understand, question, and rely on AI outputs.</a:t>
          </a:r>
        </a:p>
      </dsp:txBody>
      <dsp:txXfrm>
        <a:off x="4095774" y="2524067"/>
        <a:ext cx="1741992" cy="696796"/>
      </dsp:txXfrm>
    </dsp:sp>
    <dsp:sp modelId="{7887BA0D-60A2-413F-AA90-0A727AD69A05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13A14-4B5D-498F-8A28-87CF6BE92B36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EC329-4EC3-41A6-AFB0-D8C70F051C63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Critical for regulatory industries like finance.</a:t>
          </a:r>
        </a:p>
      </dsp:txBody>
      <dsp:txXfrm>
        <a:off x="6142615" y="2524067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607C8-2BB7-45AC-B7B9-C8936DE3F803}">
      <dsp:nvSpPr>
        <dsp:cNvPr id="0" name=""/>
        <dsp:cNvSpPr/>
      </dsp:nvSpPr>
      <dsp:spPr>
        <a:xfrm>
          <a:off x="0" y="78669"/>
          <a:ext cx="7886700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Complexity &amp; Black-Box Behavior: Billions of parameters, non-linear behavior.</a:t>
          </a:r>
        </a:p>
      </dsp:txBody>
      <dsp:txXfrm>
        <a:off x="48547" y="127216"/>
        <a:ext cx="7789606" cy="897406"/>
      </dsp:txXfrm>
    </dsp:sp>
    <dsp:sp modelId="{64EC0515-D37E-4975-9D35-9D5B9F0C53FE}">
      <dsp:nvSpPr>
        <dsp:cNvPr id="0" name=""/>
        <dsp:cNvSpPr/>
      </dsp:nvSpPr>
      <dsp:spPr>
        <a:xfrm>
          <a:off x="0" y="1145169"/>
          <a:ext cx="7886700" cy="9945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Post-Hoc Explanations: May not reflect true internal reasoning.</a:t>
          </a:r>
        </a:p>
      </dsp:txBody>
      <dsp:txXfrm>
        <a:off x="48547" y="1193716"/>
        <a:ext cx="7789606" cy="897406"/>
      </dsp:txXfrm>
    </dsp:sp>
    <dsp:sp modelId="{BACC39EF-AE08-4DA5-838B-A892E98ED28B}">
      <dsp:nvSpPr>
        <dsp:cNvPr id="0" name=""/>
        <dsp:cNvSpPr/>
      </dsp:nvSpPr>
      <dsp:spPr>
        <a:xfrm>
          <a:off x="0" y="2211669"/>
          <a:ext cx="7886700" cy="9945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 Quality &amp; Bias: Models reflect patterns in training data.</a:t>
          </a:r>
        </a:p>
      </dsp:txBody>
      <dsp:txXfrm>
        <a:off x="48547" y="2260216"/>
        <a:ext cx="7789606" cy="897406"/>
      </dsp:txXfrm>
    </dsp:sp>
    <dsp:sp modelId="{E7547972-9CF8-4D47-BCE0-D4962F256D0E}">
      <dsp:nvSpPr>
        <dsp:cNvPr id="0" name=""/>
        <dsp:cNvSpPr/>
      </dsp:nvSpPr>
      <dsp:spPr>
        <a:xfrm>
          <a:off x="0" y="3278169"/>
          <a:ext cx="7886700" cy="994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Regulation &amp; Governance: Need fairness, audits, limitations.</a:t>
          </a:r>
        </a:p>
      </dsp:txBody>
      <dsp:txXfrm>
        <a:off x="48547" y="3326716"/>
        <a:ext cx="7789606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273D9-A03B-4711-8706-54A05E604EBB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478F4-D407-4C5A-8BB3-5D1CB42DFF0F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724B8-935E-496A-95D1-01954D71FC1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Traditional Metrics: Accuracy, precision, recall, F1 score, AUC.</a:t>
          </a:r>
        </a:p>
      </dsp:txBody>
      <dsp:txXfrm>
        <a:off x="25435" y="2456402"/>
        <a:ext cx="1800000" cy="720000"/>
      </dsp:txXfrm>
    </dsp:sp>
    <dsp:sp modelId="{D9C59582-6D0F-496C-B5EB-6AB470C7D5B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2A6DA-27E7-4BD5-A173-EB24BDE5A59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AEA0D-D600-423D-A842-C01FD80F1D72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Safety &amp; Robustness: Red-teaming, toxicity checks, bias tests.</a:t>
          </a:r>
        </a:p>
      </dsp:txBody>
      <dsp:txXfrm>
        <a:off x="2140435" y="2456402"/>
        <a:ext cx="1800000" cy="720000"/>
      </dsp:txXfrm>
    </dsp:sp>
    <dsp:sp modelId="{52B115DA-C595-42E1-BEBF-0555BAB5D67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FD9A0-58D0-435D-9B65-ADA9FFAC769D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E33E4-1A76-4A37-A058-290EEBFC421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Explainability Metrics: Attribution fidelity, stability, human evaluation.</a:t>
          </a:r>
        </a:p>
      </dsp:txBody>
      <dsp:txXfrm>
        <a:off x="4255435" y="2456402"/>
        <a:ext cx="1800000" cy="720000"/>
      </dsp:txXfrm>
    </dsp:sp>
    <dsp:sp modelId="{8456AEFC-97B7-4C30-A43B-07931F0221AE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1C7AB-BAA8-4E9E-919E-3F7B571E7E59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15D1F-764E-4784-990E-8EE5BA1D6EBB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Evidence-based trust through model monitoring.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D49AB-CAEE-401B-B183-D0D6F2F83EB8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85FB3-7DD6-4E26-9B3B-A8C0CA27B94C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OpenAI: System cards, safety evaluations, transparency reports.</a:t>
          </a:r>
        </a:p>
      </dsp:txBody>
      <dsp:txXfrm>
        <a:off x="2479673" y="478140"/>
        <a:ext cx="1475545" cy="1475545"/>
      </dsp:txXfrm>
    </dsp:sp>
    <dsp:sp modelId="{D4063C83-3D81-4C6C-B139-9B16D67E181C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Anthropic: Constitutional AI, interpretability research.</a:t>
          </a:r>
        </a:p>
      </dsp:txBody>
      <dsp:txXfrm>
        <a:off x="4240651" y="478140"/>
        <a:ext cx="1475545" cy="1475545"/>
      </dsp:txXfrm>
    </dsp:sp>
    <dsp:sp modelId="{954009C7-4B85-41E2-B559-4B2BED42FA36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Google/DeepMind: Responsible AI tools, risk taxonomies.</a:t>
          </a:r>
        </a:p>
      </dsp:txBody>
      <dsp:txXfrm>
        <a:off x="2479673" y="2239118"/>
        <a:ext cx="1475545" cy="1475545"/>
      </dsp:txXfrm>
    </dsp:sp>
    <dsp:sp modelId="{8881B52F-3B3B-4D7C-BC5A-C3DF9C4E444C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Meta: Model cards, responsible use guidelines for LLaMA.</a:t>
          </a:r>
        </a:p>
      </dsp:txBody>
      <dsp:txXfrm>
        <a:off x="4240651" y="2239118"/>
        <a:ext cx="1475545" cy="14755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76980-8389-4752-897A-FF723E77146C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Explainability reveals model behavior.</a:t>
          </a:r>
        </a:p>
      </dsp:txBody>
      <dsp:txXfrm>
        <a:off x="715337" y="2413"/>
        <a:ext cx="3221521" cy="1932912"/>
      </dsp:txXfrm>
    </dsp:sp>
    <dsp:sp modelId="{82E50F37-0EB0-4AF3-AA41-BC7FBE69FFCC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Validation confirms reliability and performance.</a:t>
          </a:r>
        </a:p>
      </dsp:txBody>
      <dsp:txXfrm>
        <a:off x="4259011" y="2413"/>
        <a:ext cx="3221521" cy="1932912"/>
      </dsp:txXfrm>
    </dsp:sp>
    <dsp:sp modelId="{E2F4960A-99E5-4E9F-A729-0DF73689A4BD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Metrics quantify accuracy, fairness, safety.</a:t>
          </a:r>
        </a:p>
      </dsp:txBody>
      <dsp:txXfrm>
        <a:off x="715337" y="2257478"/>
        <a:ext cx="3221521" cy="1932912"/>
      </dsp:txXfrm>
    </dsp:sp>
    <dsp:sp modelId="{A24B513C-041A-44F8-AE7D-48B646CCA17A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Combined approach results in trustworthy AI systems.</a:t>
          </a:r>
        </a:p>
      </dsp:txBody>
      <dsp:txXfrm>
        <a:off x="4259011" y="2257478"/>
        <a:ext cx="3221521" cy="1932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2F2CFCA0-33B6-CA12-5B4D-C6A35ED75D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2667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635" y="1122363"/>
            <a:ext cx="7346728" cy="2220775"/>
          </a:xfrm>
        </p:spPr>
        <p:txBody>
          <a:bodyPr>
            <a:normAutofit/>
          </a:bodyPr>
          <a:lstStyle/>
          <a:p>
            <a:r>
              <a:rPr lang="en-US" sz="4500">
                <a:solidFill>
                  <a:srgbClr val="FFFFFF"/>
                </a:solidFill>
              </a:rPr>
              <a:t>Explainable AI for Large 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8635" y="3514853"/>
            <a:ext cx="7346728" cy="205704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From Black Box to Trustworthy Systems</a:t>
            </a:r>
          </a:p>
          <a:p>
            <a:r>
              <a:rPr lang="en-US">
                <a:solidFill>
                  <a:srgbClr val="FFFFFF"/>
                </a:solidFill>
              </a:rPr>
              <a:t>Yuvashree Srinivas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9B209-4DAE-F577-A5BD-C3BEACD947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Explainable AI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C838D-C51E-18CA-052E-D479CEB3B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08103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09057-B91F-0789-A904-B8574BF4D3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in Explainability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75F1429-73E0-F6CC-AEBA-A02CA7059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66999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Validation &amp; Performance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BAA6E3-A32E-8D13-638E-5B3226B87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7073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Industry Approaches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F7DC7B-A1D8-0B5A-B0E3-CD4257C2F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7943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Connecting XAI, Validation &amp;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A83A82-3AE2-1FC2-9081-2F46E3336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4753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pPr marL="0" indent="0">
              <a:buNone/>
            </a:pPr>
            <a:r>
              <a:rPr lang="en-US" sz="2400" dirty="0"/>
              <a:t>• LLMs require transparency for responsible deployment.</a:t>
            </a:r>
          </a:p>
          <a:p>
            <a:pPr marL="0" indent="0">
              <a:buNone/>
            </a:pPr>
            <a:r>
              <a:rPr lang="en-US" sz="2400" dirty="0"/>
              <a:t>• Challenges include complexity, bias, and regulatory expectations.</a:t>
            </a:r>
          </a:p>
          <a:p>
            <a:pPr marL="0" indent="0">
              <a:buNone/>
            </a:pPr>
            <a:r>
              <a:rPr lang="en-US" sz="2400" dirty="0"/>
              <a:t>• Industry leaders are advancing explainability frameworks.</a:t>
            </a:r>
          </a:p>
          <a:p>
            <a:pPr marL="0" indent="0">
              <a:buNone/>
            </a:pPr>
            <a:r>
              <a:rPr lang="en-US" sz="2400" dirty="0"/>
              <a:t>• Technical + safety metrics create evidence-based trust.</a:t>
            </a:r>
          </a:p>
          <a:p>
            <a:pPr marL="0" indent="0">
              <a:buNone/>
            </a:pPr>
            <a:r>
              <a:rPr lang="en-US" sz="2400" dirty="0"/>
              <a:t>• XAI is essential for AI adoption in regulated sectors like banking.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35451-9AF1-50A2-ECD3-718CD194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9920-A26B-E0DA-3A7F-D26E63863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OpenAI. (2024). </a:t>
            </a:r>
            <a:r>
              <a:rPr lang="en-US" sz="2000" i="1" dirty="0"/>
              <a:t>GPT-4 system card</a:t>
            </a:r>
            <a:r>
              <a:rPr lang="en-US" sz="2000" dirty="0"/>
              <a:t> and related technical documentation.</a:t>
            </a:r>
          </a:p>
          <a:p>
            <a:pPr lvl="0"/>
            <a:r>
              <a:rPr lang="en-US" sz="2000" dirty="0"/>
              <a:t>Anthropic. (2024). </a:t>
            </a:r>
            <a:r>
              <a:rPr lang="en-US" sz="2000" i="1" dirty="0"/>
              <a:t>Constitutional AI and Claude model documentation</a:t>
            </a:r>
            <a:r>
              <a:rPr lang="en-US" sz="2000" dirty="0"/>
              <a:t>.</a:t>
            </a:r>
          </a:p>
          <a:p>
            <a:pPr lvl="0"/>
            <a:r>
              <a:rPr lang="en-US" sz="2000" dirty="0"/>
              <a:t>Google DeepMind. (2024). </a:t>
            </a:r>
            <a:r>
              <a:rPr lang="en-US" sz="2000" i="1" dirty="0"/>
              <a:t>Responsible AI and interpretability resources for Gemini/Gemma</a:t>
            </a:r>
            <a:r>
              <a:rPr lang="en-US" sz="2000" dirty="0"/>
              <a:t>.</a:t>
            </a:r>
          </a:p>
          <a:p>
            <a:pPr lvl="0"/>
            <a:r>
              <a:rPr lang="en-US" sz="2000" dirty="0"/>
              <a:t>Meta AI. (2024). </a:t>
            </a:r>
            <a:r>
              <a:rPr lang="en-US" sz="2000" i="1" dirty="0" err="1"/>
              <a:t>LLaMA</a:t>
            </a:r>
            <a:r>
              <a:rPr lang="en-US" sz="2000" i="1" dirty="0"/>
              <a:t> model cards and responsible use guidelines</a:t>
            </a:r>
            <a:r>
              <a:rPr lang="en-US" sz="2000" dirty="0"/>
              <a:t>.</a:t>
            </a:r>
          </a:p>
          <a:p>
            <a:pPr lvl="0"/>
            <a:r>
              <a:rPr lang="en-US" sz="2000" dirty="0"/>
              <a:t>General resources on Explainable AI, model cards, and trustworthy AI practices.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7004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375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Explainable AI for Large Language Models</vt:lpstr>
      <vt:lpstr>Why Explainable AI Matters</vt:lpstr>
      <vt:lpstr>Challenges in Explainability</vt:lpstr>
      <vt:lpstr>Validation &amp; Performance Metrics</vt:lpstr>
      <vt:lpstr>Industry Approaches</vt:lpstr>
      <vt:lpstr>Connecting XAI, Validation &amp; Metrics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Yuvashree Srinivas</cp:lastModifiedBy>
  <cp:revision>2</cp:revision>
  <dcterms:created xsi:type="dcterms:W3CDTF">2013-01-27T09:14:16Z</dcterms:created>
  <dcterms:modified xsi:type="dcterms:W3CDTF">2025-11-30T22:59:19Z</dcterms:modified>
  <cp:category/>
</cp:coreProperties>
</file>